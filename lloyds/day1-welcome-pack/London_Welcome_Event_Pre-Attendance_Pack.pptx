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87" r:id="rId4"/>
    <p:sldMasterId id="2147483824" r:id="rId5"/>
    <p:sldMasterId id="2147483877" r:id="rId6"/>
  </p:sldMasterIdLst>
  <p:notesMasterIdLst>
    <p:notesMasterId r:id="rId16"/>
  </p:notesMasterIdLst>
  <p:handoutMasterIdLst>
    <p:handoutMasterId r:id="rId17"/>
  </p:handoutMasterIdLst>
  <p:sldIdLst>
    <p:sldId id="2147482112" r:id="rId7"/>
    <p:sldId id="2147481969" r:id="rId8"/>
    <p:sldId id="2147482262" r:id="rId9"/>
    <p:sldId id="2147482263" r:id="rId10"/>
    <p:sldId id="2147482264" r:id="rId11"/>
    <p:sldId id="273" r:id="rId12"/>
    <p:sldId id="2147482247" r:id="rId13"/>
    <p:sldId id="256" r:id="rId14"/>
    <p:sldId id="2147482261" r:id="rId15"/>
  </p:sldIdLst>
  <p:sldSz cx="12192000" cy="6858000"/>
  <p:notesSz cx="12192000" cy="6858000"/>
  <p:embeddedFontLst>
    <p:embeddedFont>
      <p:font typeface="GT Ultra Lloyds Light" panose="020B0604020202020204" charset="0"/>
      <p:regular r:id="rId18"/>
    </p:embeddedFont>
    <p:embeddedFont>
      <p:font typeface="GT Ultra Lloyds Regular" charset="0"/>
      <p:regular r:id="rId19"/>
      <p:bold r:id="rId20"/>
      <p:italic r:id="rId21"/>
      <p:boldItalic r:id="rId22"/>
    </p:embeddedFont>
    <p:embeddedFont>
      <p:font typeface="GT Ultra Median Lloyds Black" charset="0"/>
      <p:bold r:id="rId23"/>
      <p:italic r:id="rId24"/>
      <p:boldItalic r:id="rId25"/>
    </p:embeddedFont>
    <p:embeddedFont>
      <p:font typeface="GT Ultra Median Lloyds Regular" charset="0"/>
      <p:regular r:id="rId26"/>
      <p:bold r:id="rId27"/>
    </p:embeddedFont>
    <p:embeddedFont>
      <p:font typeface="Poppins" panose="00000500000000000000" pitchFamily="2" charset="0"/>
      <p:regular r:id="rId28"/>
      <p:bold r:id="rId29"/>
      <p:italic r:id="rId30"/>
      <p:boldItalic r:id="rId31"/>
    </p:embeddedFont>
    <p:embeddedFont>
      <p:font typeface="Tenorite" panose="00000500000000000000" pitchFamily="2" charset="0"/>
      <p:regular r:id="rId32"/>
      <p:bold r:id="rId33"/>
      <p:italic r:id="rId34"/>
      <p:boldItalic r:id="rId35"/>
    </p:embeddedFont>
  </p:embeddedFontLst>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ED23909-0D21-2882-0FE6-9706086FEF2C}" name="Milne, Susan (People &amp; Places - Talent Management)" initials="SM" userId="S::Susan.Milne@Lloydsbanking.com::9be69440-6626-46d9-86d4-f587e112eead" providerId="AD"/>
  <p188:author id="{B370BF2B-E958-92A5-C7AF-5510E7B0C2CE}" name="Nur, Yasmin (Strategy &amp; Planning, Retail Bank)" initials="YN" userId="S::Yasmin.Nur@lloydsbanking.com::cc1a80a3-d1ac-49ca-b839-4e64be3d94b6" providerId="AD"/>
  <p188:author id="{59999B3F-0160-EDB8-152B-3EFE3A03563A}" name="Williams, James (Customer Propositions)" initials="WP" userId="S::james.williams@lloydsbanking.com::2e3c10ca-cf50-465f-a2ed-41ba8d4046d9" providerId="AD"/>
  <p188:author id="{11AF4A84-4693-66E1-9661-2BC02297E75B}" name="David Smith" initials="DS" userId="S::david.smith@emperor.works::e0b9751a-9fb9-466d-b9fc-362821682736" providerId="AD"/>
  <p188:author id="{37E4E8C9-A1A1-FA0F-7625-04F8C64762D6}" name="Haughian, Lais (Leadership Communications)" initials="LH" userId="S::Lais.Haughian@lloydsbanking.com::909cf1fc-941f-4d73-a288-47a9bba81e17" providerId="AD"/>
  <p188:author id="{99FDCED9-9A56-9877-E3E0-454E02D8E399}" name="Milne, Susan (People &amp; Places - Talent Management)" initials="MM" userId="S::susan.milne@lloydsbanking.com::9be69440-6626-46d9-86d4-f587e112eead" providerId="AD"/>
  <p188:author id="{DD22F2DF-7666-F466-FDA5-86FF41F476F7}" name="Davies, Becky (CIO Enabling Services - Core Infrastructure Platform)" initials="RD" userId="S::Rebecca.Clare.Davies@lloydsbanking.com::696ec550-a2ad-4889-8eeb-7e2af81524e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lne, Susan (Group Inclusion &amp; Diversity)" initials="MS(I&amp;D" lastIdx="1" clrIdx="0">
    <p:extLst>
      <p:ext uri="{19B8F6BF-5375-455C-9EA6-DF929625EA0E}">
        <p15:presenceInfo xmlns:p15="http://schemas.microsoft.com/office/powerpoint/2012/main" userId="S::Susan.Milne@Lloydsbanking.com::9be69440-6626-46d9-86d4-f587e112eea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E7EFF1"/>
    <a:srgbClr val="E1EBED"/>
    <a:srgbClr val="E6EBEE"/>
    <a:srgbClr val="E8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59C5B8-550E-4AE9-9EFC-5539F3D4D4D8}" v="4" dt="2026-07-15T07:48:32.1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21" Type="http://schemas.openxmlformats.org/officeDocument/2006/relationships/font" Target="fonts/font4.fntdata"/><Relationship Id="rId34" Type="http://schemas.openxmlformats.org/officeDocument/2006/relationships/font" Target="fonts/font17.fntdata"/><Relationship Id="rId42"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69187A-1A42-1B9F-953B-F6CE0986D33E}"/>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D03B9071-30A4-AA10-4D28-F631C66C4604}"/>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CE5EB51B-5531-4763-B33B-92D2CFA8F721}" type="datetimeFigureOut">
              <a:rPr lang="en-GB" smtClean="0"/>
              <a:t>03/08/2026</a:t>
            </a:fld>
            <a:endParaRPr lang="en-GB"/>
          </a:p>
        </p:txBody>
      </p:sp>
      <p:sp>
        <p:nvSpPr>
          <p:cNvPr id="4" name="Footer Placeholder 3">
            <a:extLst>
              <a:ext uri="{FF2B5EF4-FFF2-40B4-BE49-F238E27FC236}">
                <a16:creationId xmlns:a16="http://schemas.microsoft.com/office/drawing/2014/main" id="{E00FDAE3-8B0C-FD67-374C-306F2B9F4E9F}"/>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0FDADFC-53B1-9443-09AB-7B829F28DAA9}"/>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1D33124C-82C9-4BEA-9F4C-CAC0A84E9FB1}" type="slidenum">
              <a:rPr lang="en-GB" smtClean="0"/>
              <a:t>‹#›</a:t>
            </a:fld>
            <a:endParaRPr lang="en-GB"/>
          </a:p>
        </p:txBody>
      </p:sp>
    </p:spTree>
    <p:extLst>
      <p:ext uri="{BB962C8B-B14F-4D97-AF65-F5344CB8AC3E}">
        <p14:creationId xmlns:p14="http://schemas.microsoft.com/office/powerpoint/2010/main" val="830953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60" userDrawn="1">
          <p15:clr>
            <a:srgbClr val="F26B43"/>
          </p15:clr>
        </p15:guide>
        <p15:guide id="2" pos="38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E5A13E4-E02C-42E1-9AC5-3012E1080823}" type="datetimeFigureOut">
              <a:rPr lang="en-GB" smtClean="0"/>
              <a:t>03/08/2026</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DFF990C-AA39-438D-8976-CD8C143C6519}" type="slidenum">
              <a:rPr lang="en-GB" smtClean="0"/>
              <a:t>‹#›</a:t>
            </a:fld>
            <a:endParaRPr lang="en-GB"/>
          </a:p>
        </p:txBody>
      </p:sp>
    </p:spTree>
    <p:extLst>
      <p:ext uri="{BB962C8B-B14F-4D97-AF65-F5344CB8AC3E}">
        <p14:creationId xmlns:p14="http://schemas.microsoft.com/office/powerpoint/2010/main" val="4131003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T Ultra Lloyds Regular" pitchFamily="50" charset="0"/>
        <a:ea typeface="+mn-ea"/>
        <a:cs typeface="+mn-cs"/>
      </a:defRPr>
    </a:lvl1pPr>
    <a:lvl2pPr marL="457200" algn="l" defTabSz="914400" rtl="0" eaLnBrk="1" latinLnBrk="0" hangingPunct="1">
      <a:defRPr sz="1200" kern="1200">
        <a:solidFill>
          <a:schemeClr val="tx1"/>
        </a:solidFill>
        <a:latin typeface="GT Ultra Lloyds Regular" pitchFamily="50" charset="0"/>
        <a:ea typeface="+mn-ea"/>
        <a:cs typeface="+mn-cs"/>
      </a:defRPr>
    </a:lvl2pPr>
    <a:lvl3pPr marL="914400" algn="l" defTabSz="914400" rtl="0" eaLnBrk="1" latinLnBrk="0" hangingPunct="1">
      <a:defRPr sz="1200" kern="1200">
        <a:solidFill>
          <a:schemeClr val="tx1"/>
        </a:solidFill>
        <a:latin typeface="GT Ultra Lloyds Regular" pitchFamily="50" charset="0"/>
        <a:ea typeface="+mn-ea"/>
        <a:cs typeface="+mn-cs"/>
      </a:defRPr>
    </a:lvl3pPr>
    <a:lvl4pPr marL="1371600" algn="l" defTabSz="914400" rtl="0" eaLnBrk="1" latinLnBrk="0" hangingPunct="1">
      <a:defRPr sz="1200" kern="1200">
        <a:solidFill>
          <a:schemeClr val="tx1"/>
        </a:solidFill>
        <a:latin typeface="GT Ultra Lloyds Regular" pitchFamily="50" charset="0"/>
        <a:ea typeface="+mn-ea"/>
        <a:cs typeface="+mn-cs"/>
      </a:defRPr>
    </a:lvl4pPr>
    <a:lvl5pPr marL="1828800" algn="l" defTabSz="914400" rtl="0" eaLnBrk="1" latinLnBrk="0" hangingPunct="1">
      <a:defRPr sz="1200" kern="1200">
        <a:solidFill>
          <a:schemeClr val="tx1"/>
        </a:solidFill>
        <a:latin typeface="GT Ultra Lloyds Regular"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What does the PDP cover?</a:t>
            </a:r>
          </a:p>
          <a:p>
            <a:endParaRPr lang="en-GB"/>
          </a:p>
          <a:p>
            <a:r>
              <a:rPr lang="en-GB"/>
              <a:t>It helps colleagues wanting to better understand what living with a disability means, what are their rights and protections in the workplace, where to find resources and how to manage potentially challenging scenarios around sharing disability related information.</a:t>
            </a:r>
          </a:p>
          <a:p>
            <a:endParaRPr lang="en-GB"/>
          </a:p>
          <a:p>
            <a:r>
              <a:rPr lang="en-GB"/>
              <a:t>It also helps colleagues develop strategies to manage the workplace for them, grow their confidence and networks and become part of our growing Access Network community.</a:t>
            </a:r>
          </a:p>
          <a:p>
            <a:endParaRPr lang="en-GB"/>
          </a:p>
          <a:p>
            <a:r>
              <a:rPr lang="en-GB"/>
              <a:t>The programme is delivered by our external facilitators – Steph and Dave along with the DE&amp;I team. </a:t>
            </a:r>
          </a:p>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53E42-3B85-446E-BF9B-427F7A6BC82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4535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F2A7F-1487-0155-016F-A8A02D2F7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4C638-3704-01BC-B1F6-691F9B27A2F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48325F-8AF2-8A9E-85EF-2DB752405C2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AE6E765-DD89-60FE-EE35-576C2BFBC5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53E42-3B85-446E-BF9B-427F7A6BC82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7735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0334F-AB2C-581B-32FC-48199730F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6011E-1FB0-3CA1-F99E-5E28E4B04F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56675DA-0BF4-4796-D53F-932EE99BFA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B8649B4-A549-DAE1-63B0-D4E171F899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56C39B-3A1E-4FD7-A163-51C51EE53CDD}"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5346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9BDA-9EA9-9F39-048C-0C960F05F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ADED6-B06F-FCE3-9E1B-CFE993BC6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653CA-D9C3-AD60-7122-8D30B19E782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082FFDA-6B91-7D4D-F3E0-195A981717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53E42-3B85-446E-BF9B-427F7A6BC82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78681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F3F3-940E-F417-DEB2-44E21EBC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BC5D9-309A-66A8-04D0-DBC6EC67D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DB841-1FF8-3A4B-411E-0AD0775EB5F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725ED5-407B-6CCF-5CF4-B8D7EC9A53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A53E42-3B85-446E-BF9B-427F7A6BC82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865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FF990C-AA39-438D-8976-CD8C143C6519}" type="slidenum">
              <a:rPr kumimoji="0" lang="en-GB"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0" cap="none" spc="0" normalizeH="0" baseline="0" noProof="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92766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8.sv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Full blee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77D942-9A9A-46E5-40A2-3F0F26A49BC4}"/>
              </a:ext>
              <a:ext uri="{C183D7F6-B498-43B3-948B-1728B52AA6E4}">
                <adec:decorative xmlns:adec="http://schemas.microsoft.com/office/drawing/2017/decorative" val="1"/>
              </a:ext>
            </a:extLst>
          </p:cNvPr>
          <p:cNvSpPr/>
          <p:nvPr userDrawn="1"/>
        </p:nvSpPr>
        <p:spPr>
          <a:xfrm>
            <a:off x="0" y="0"/>
            <a:ext cx="12192000" cy="3393325"/>
          </a:xfrm>
          <a:prstGeom prst="rect">
            <a:avLst/>
          </a:prstGeom>
          <a:gradFill>
            <a:gsLst>
              <a:gs pos="1000">
                <a:schemeClr val="bg1">
                  <a:alpha val="62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
        <p:nvSpPr>
          <p:cNvPr id="15" name="Title 14">
            <a:extLst>
              <a:ext uri="{FF2B5EF4-FFF2-40B4-BE49-F238E27FC236}">
                <a16:creationId xmlns:a16="http://schemas.microsoft.com/office/drawing/2014/main" id="{3B4209EC-FE27-C57D-39A4-CC8F78966AF2}"/>
              </a:ext>
            </a:extLst>
          </p:cNvPr>
          <p:cNvSpPr>
            <a:spLocks noGrp="1"/>
          </p:cNvSpPr>
          <p:nvPr>
            <p:ph type="title"/>
          </p:nvPr>
        </p:nvSpPr>
        <p:spPr>
          <a:xfrm>
            <a:off x="838200" y="1958975"/>
            <a:ext cx="10515600" cy="1377950"/>
          </a:xfrm>
          <a:prstGeom prst="rect">
            <a:avLst/>
          </a:prstGeom>
        </p:spPr>
        <p:txBody>
          <a:bodyPr vert="horz" anchor="ctr"/>
          <a:lstStyle>
            <a:lvl1pPr algn="ctr">
              <a:defRPr sz="4400" spc="-20" baseline="0">
                <a:latin typeface="GT Ultra Median Lloyds Black" panose="020B0604020202020204" charset="0"/>
              </a:defRPr>
            </a:lvl1pPr>
          </a:lstStyle>
          <a:p>
            <a:r>
              <a:rPr lang="en-US"/>
              <a:t>Click to edit Master title style</a:t>
            </a:r>
            <a:endParaRPr lang="en-GB"/>
          </a:p>
        </p:txBody>
      </p:sp>
      <p:sp>
        <p:nvSpPr>
          <p:cNvPr id="25" name="Text Placeholder 3">
            <a:extLst>
              <a:ext uri="{FF2B5EF4-FFF2-40B4-BE49-F238E27FC236}">
                <a16:creationId xmlns:a16="http://schemas.microsoft.com/office/drawing/2014/main" id="{64E83FE9-10F3-9789-FA30-B0A08C7E037E}"/>
              </a:ext>
            </a:extLst>
          </p:cNvPr>
          <p:cNvSpPr>
            <a:spLocks noGrp="1"/>
          </p:cNvSpPr>
          <p:nvPr>
            <p:ph type="body" sz="quarter" idx="10"/>
          </p:nvPr>
        </p:nvSpPr>
        <p:spPr>
          <a:xfrm>
            <a:off x="838200" y="3393325"/>
            <a:ext cx="10515600" cy="773765"/>
          </a:xfrm>
        </p:spPr>
        <p:txBody>
          <a:bodyPr anchor="ctr"/>
          <a:lstStyle>
            <a:lvl1pPr algn="ctr">
              <a:lnSpc>
                <a:spcPct val="100000"/>
              </a:lnSpc>
              <a:defRPr b="0"/>
            </a:lvl1pPr>
          </a:lstStyle>
          <a:p>
            <a:pPr lvl="0"/>
            <a:r>
              <a:rPr lang="en-US"/>
              <a:t>Click to edit Master text styles</a:t>
            </a:r>
          </a:p>
        </p:txBody>
      </p:sp>
      <p:sp>
        <p:nvSpPr>
          <p:cNvPr id="29" name="Date Placeholder 28">
            <a:extLst>
              <a:ext uri="{FF2B5EF4-FFF2-40B4-BE49-F238E27FC236}">
                <a16:creationId xmlns:a16="http://schemas.microsoft.com/office/drawing/2014/main" id="{1ECD8488-AAC7-7FD3-8B59-DE9A6DCA1A78}"/>
              </a:ext>
            </a:extLst>
          </p:cNvPr>
          <p:cNvSpPr>
            <a:spLocks noGrp="1"/>
          </p:cNvSpPr>
          <p:nvPr>
            <p:ph type="dt" sz="half" idx="15"/>
          </p:nvPr>
        </p:nvSpPr>
        <p:spPr>
          <a:xfrm>
            <a:off x="4724400" y="4223490"/>
            <a:ext cx="2743200" cy="220763"/>
          </a:xfrm>
        </p:spPr>
        <p:txBody>
          <a:bodyPr/>
          <a:lstStyle>
            <a:lvl1pPr algn="ctr">
              <a:defRPr sz="1200" b="0"/>
            </a:lvl1pPr>
          </a:lstStyle>
          <a:p>
            <a:fld id="{3DAE49FE-D209-4CE2-A110-9E636A10F85D}" type="datetime3">
              <a:rPr lang="en-GB" smtClean="0"/>
              <a:t>3 August, 2026</a:t>
            </a:fld>
            <a:endParaRPr lang="en-GB"/>
          </a:p>
        </p:txBody>
      </p:sp>
      <p:sp>
        <p:nvSpPr>
          <p:cNvPr id="8" name="Rectangle 7">
            <a:extLst>
              <a:ext uri="{FF2B5EF4-FFF2-40B4-BE49-F238E27FC236}">
                <a16:creationId xmlns:a16="http://schemas.microsoft.com/office/drawing/2014/main" id="{89091BB0-B54E-4658-48EE-DC15E38DA1CA}"/>
              </a:ext>
            </a:extLst>
          </p:cNvPr>
          <p:cNvSpPr/>
          <p:nvPr/>
        </p:nvSpPr>
        <p:spPr>
          <a:xfrm>
            <a:off x="0" y="6959600"/>
            <a:ext cx="10535920" cy="487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lang="en-GB" sz="1050"/>
              <a:t>Choose background images which have the focal point towards the lower end of the slide as the text is housed towards the top. </a:t>
            </a:r>
            <a:r>
              <a:rPr lang="en-US" sz="1050"/>
              <a:t>To change the background image: Right-click the slide &gt; Format Background &gt; Picture or texture fill &gt; Picture Source &gt; Insert… browse to your chosen image, click Open.</a:t>
            </a:r>
          </a:p>
        </p:txBody>
      </p:sp>
    </p:spTree>
    <p:extLst>
      <p:ext uri="{BB962C8B-B14F-4D97-AF65-F5344CB8AC3E}">
        <p14:creationId xmlns:p14="http://schemas.microsoft.com/office/powerpoint/2010/main" val="1541641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attern 01)">
    <p:bg>
      <p:bgPr>
        <a:solidFill>
          <a:srgbClr val="11B67A"/>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00310A-6FD5-072E-5093-6401F2B8DF11}"/>
              </a:ext>
              <a:ext uri="{C183D7F6-B498-43B3-948B-1728B52AA6E4}">
                <adec:decorative xmlns:adec="http://schemas.microsoft.com/office/drawing/2017/decorative" val="1"/>
              </a:ext>
            </a:extLst>
          </p:cNvPr>
          <p:cNvSpPr/>
          <p:nvPr userDrawn="1"/>
        </p:nvSpPr>
        <p:spPr>
          <a:xfrm>
            <a:off x="6807518" y="30813"/>
            <a:ext cx="5384482" cy="6827189"/>
          </a:xfrm>
          <a:custGeom>
            <a:avLst/>
            <a:gdLst>
              <a:gd name="connsiteX0" fmla="*/ 5384482 w 5384482"/>
              <a:gd name="connsiteY0" fmla="*/ 0 h 6827189"/>
              <a:gd name="connsiteX1" fmla="*/ 5384482 w 5384482"/>
              <a:gd name="connsiteY1" fmla="*/ 2442051 h 6827189"/>
              <a:gd name="connsiteX2" fmla="*/ 5292182 w 5384482"/>
              <a:gd name="connsiteY2" fmla="*/ 2543613 h 6827189"/>
              <a:gd name="connsiteX3" fmla="*/ 4076538 w 5384482"/>
              <a:gd name="connsiteY3" fmla="*/ 6600244 h 6827189"/>
              <a:gd name="connsiteX4" fmla="*/ 2582476 w 5384482"/>
              <a:gd name="connsiteY4" fmla="*/ 4314003 h 6827189"/>
              <a:gd name="connsiteX5" fmla="*/ 1066277 w 5384482"/>
              <a:gd name="connsiteY5" fmla="*/ 6637057 h 6827189"/>
              <a:gd name="connsiteX6" fmla="*/ 1009989 w 5384482"/>
              <a:gd name="connsiteY6" fmla="*/ 6827189 h 6827189"/>
              <a:gd name="connsiteX7" fmla="*/ 0 w 5384482"/>
              <a:gd name="connsiteY7" fmla="*/ 6827189 h 6827189"/>
              <a:gd name="connsiteX8" fmla="*/ 11499 w 5384482"/>
              <a:gd name="connsiteY8" fmla="*/ 6464569 h 6827189"/>
              <a:gd name="connsiteX9" fmla="*/ 5011711 w 5384482"/>
              <a:gd name="connsiteY9" fmla="*/ 152841 h 682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4482" h="6827189">
                <a:moveTo>
                  <a:pt x="5384482" y="0"/>
                </a:moveTo>
                <a:lnTo>
                  <a:pt x="5384482" y="2442051"/>
                </a:lnTo>
                <a:lnTo>
                  <a:pt x="5292182" y="2543613"/>
                </a:lnTo>
                <a:cubicBezTo>
                  <a:pt x="4383958" y="3600892"/>
                  <a:pt x="3887904" y="4964383"/>
                  <a:pt x="4076538" y="6600244"/>
                </a:cubicBezTo>
                <a:cubicBezTo>
                  <a:pt x="3227190" y="5992113"/>
                  <a:pt x="2806380" y="5114502"/>
                  <a:pt x="2582476" y="4314003"/>
                </a:cubicBezTo>
                <a:cubicBezTo>
                  <a:pt x="1903321" y="4816303"/>
                  <a:pt x="1389142" y="5646798"/>
                  <a:pt x="1066277" y="6637057"/>
                </a:cubicBezTo>
                <a:lnTo>
                  <a:pt x="1009989" y="6827189"/>
                </a:lnTo>
                <a:lnTo>
                  <a:pt x="0" y="6827189"/>
                </a:lnTo>
                <a:lnTo>
                  <a:pt x="11499" y="6464569"/>
                </a:lnTo>
                <a:cubicBezTo>
                  <a:pt x="179272" y="3686095"/>
                  <a:pt x="2150889" y="1398452"/>
                  <a:pt x="5011711" y="152841"/>
                </a:cubicBezTo>
                <a:close/>
              </a:path>
            </a:pathLst>
          </a:custGeom>
          <a:solidFill>
            <a:srgbClr val="6CF479"/>
          </a:solidFill>
          <a:ln w="0" cap="flat">
            <a:noFill/>
            <a:prstDash val="solid"/>
            <a:miter/>
          </a:ln>
        </p:spPr>
        <p:txBody>
          <a:bodyPr wrap="square" rtlCol="0" anchor="ctr">
            <a:noAutofit/>
          </a:bodyPr>
          <a:lstStyle/>
          <a:p>
            <a:endParaRPr lang="en-GB"/>
          </a:p>
        </p:txBody>
      </p:sp>
      <p:pic>
        <p:nvPicPr>
          <p:cNvPr id="5" name="Graphic 4" descr="Lloyds Banking Group logo">
            <a:extLst>
              <a:ext uri="{FF2B5EF4-FFF2-40B4-BE49-F238E27FC236}">
                <a16:creationId xmlns:a16="http://schemas.microsoft.com/office/drawing/2014/main" id="{1FD95BB2-B6B9-2639-1826-3AB53983EE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40" name="Title 14">
            <a:extLst>
              <a:ext uri="{FF2B5EF4-FFF2-40B4-BE49-F238E27FC236}">
                <a16:creationId xmlns:a16="http://schemas.microsoft.com/office/drawing/2014/main" id="{B6FAFA17-677E-B803-2E6C-456CFBDE629B}"/>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39" name="Text Placeholder 3">
            <a:extLst>
              <a:ext uri="{FF2B5EF4-FFF2-40B4-BE49-F238E27FC236}">
                <a16:creationId xmlns:a16="http://schemas.microsoft.com/office/drawing/2014/main" id="{76B6223B-C824-CE71-7DD2-F9A6CD6AE079}"/>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tx1"/>
                </a:solidFill>
              </a:defRPr>
            </a:lvl1pPr>
          </a:lstStyle>
          <a:p>
            <a:pPr lvl="0"/>
            <a:r>
              <a:rPr lang="en-US"/>
              <a:t>Click to edit Master text styles</a:t>
            </a:r>
          </a:p>
        </p:txBody>
      </p:sp>
      <p:sp>
        <p:nvSpPr>
          <p:cNvPr id="9" name="Date Placeholder 4">
            <a:extLst>
              <a:ext uri="{FF2B5EF4-FFF2-40B4-BE49-F238E27FC236}">
                <a16:creationId xmlns:a16="http://schemas.microsoft.com/office/drawing/2014/main" id="{A1F128EB-58EE-97F8-1BFD-208F88D8C752}"/>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147A310B-6144-4DAF-8BDB-A887EAE8D24F}"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93473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attern 02)">
    <p:bg>
      <p:bgPr>
        <a:solidFill>
          <a:srgbClr val="006A4D"/>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0BAE79C-80E4-9C50-50CC-E7CAE35A6DB9}"/>
              </a:ext>
              <a:ext uri="{C183D7F6-B498-43B3-948B-1728B52AA6E4}">
                <adec:decorative xmlns:adec="http://schemas.microsoft.com/office/drawing/2017/decorative" val="1"/>
              </a:ext>
            </a:extLst>
          </p:cNvPr>
          <p:cNvSpPr/>
          <p:nvPr/>
        </p:nvSpPr>
        <p:spPr>
          <a:xfrm rot="16200000">
            <a:off x="5932746" y="598746"/>
            <a:ext cx="6863839" cy="5654669"/>
          </a:xfrm>
          <a:custGeom>
            <a:avLst/>
            <a:gdLst>
              <a:gd name="connsiteX0" fmla="*/ 6863839 w 6863839"/>
              <a:gd name="connsiteY0" fmla="*/ 1044693 h 5654669"/>
              <a:gd name="connsiteX1" fmla="*/ 6863839 w 6863839"/>
              <a:gd name="connsiteY1" fmla="*/ 5654669 h 5654669"/>
              <a:gd name="connsiteX2" fmla="*/ 5334051 w 6863839"/>
              <a:gd name="connsiteY2" fmla="*/ 5654669 h 5654669"/>
              <a:gd name="connsiteX3" fmla="*/ 5335786 w 6863839"/>
              <a:gd name="connsiteY3" fmla="*/ 5651484 h 5654669"/>
              <a:gd name="connsiteX4" fmla="*/ 5463273 w 6863839"/>
              <a:gd name="connsiteY4" fmla="*/ 4972474 h 5654669"/>
              <a:gd name="connsiteX5" fmla="*/ 4115919 w 6863839"/>
              <a:gd name="connsiteY5" fmla="*/ 4162776 h 5654669"/>
              <a:gd name="connsiteX6" fmla="*/ 3190007 w 6863839"/>
              <a:gd name="connsiteY6" fmla="*/ 4923920 h 5654669"/>
              <a:gd name="connsiteX7" fmla="*/ 3072134 w 6863839"/>
              <a:gd name="connsiteY7" fmla="*/ 3534852 h 5654669"/>
              <a:gd name="connsiteX8" fmla="*/ 3070447 w 6863839"/>
              <a:gd name="connsiteY8" fmla="*/ 3526396 h 5654669"/>
              <a:gd name="connsiteX9" fmla="*/ 119279 w 6863839"/>
              <a:gd name="connsiteY9" fmla="*/ 5543184 h 5654669"/>
              <a:gd name="connsiteX10" fmla="*/ 0 w 6863839"/>
              <a:gd name="connsiteY10" fmla="*/ 5589550 h 5654669"/>
              <a:gd name="connsiteX11" fmla="*/ 0 w 6863839"/>
              <a:gd name="connsiteY11" fmla="*/ 3119143 h 5654669"/>
              <a:gd name="connsiteX12" fmla="*/ 96697 w 6863839"/>
              <a:gd name="connsiteY12" fmla="*/ 3052260 h 5654669"/>
              <a:gd name="connsiteX13" fmla="*/ 4032513 w 6863839"/>
              <a:gd name="connsiteY13" fmla="*/ 67165 h 5654669"/>
              <a:gd name="connsiteX14" fmla="*/ 6863839 w 6863839"/>
              <a:gd name="connsiteY14" fmla="*/ 1044693 h 565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63839" h="5654669">
                <a:moveTo>
                  <a:pt x="6863839" y="1044693"/>
                </a:moveTo>
                <a:lnTo>
                  <a:pt x="6863839" y="5654669"/>
                </a:lnTo>
                <a:lnTo>
                  <a:pt x="5334051" y="5654669"/>
                </a:lnTo>
                <a:lnTo>
                  <a:pt x="5335786" y="5651484"/>
                </a:lnTo>
                <a:cubicBezTo>
                  <a:pt x="5450360" y="5420486"/>
                  <a:pt x="5506528" y="5189216"/>
                  <a:pt x="5463273" y="4972474"/>
                </a:cubicBezTo>
                <a:cubicBezTo>
                  <a:pt x="5354092" y="4425464"/>
                  <a:pt x="4806153" y="4025019"/>
                  <a:pt x="4115919" y="4162776"/>
                </a:cubicBezTo>
                <a:cubicBezTo>
                  <a:pt x="3714098" y="4242974"/>
                  <a:pt x="3307645" y="4507442"/>
                  <a:pt x="3190007" y="4923920"/>
                </a:cubicBezTo>
                <a:cubicBezTo>
                  <a:pt x="2757851" y="4726396"/>
                  <a:pt x="2578261" y="4033977"/>
                  <a:pt x="3072134" y="3534852"/>
                </a:cubicBezTo>
                <a:lnTo>
                  <a:pt x="3070447" y="3526396"/>
                </a:lnTo>
                <a:cubicBezTo>
                  <a:pt x="1884745" y="3763056"/>
                  <a:pt x="1235648" y="5042001"/>
                  <a:pt x="119279" y="5543184"/>
                </a:cubicBezTo>
                <a:lnTo>
                  <a:pt x="0" y="5589550"/>
                </a:lnTo>
                <a:lnTo>
                  <a:pt x="0" y="3119143"/>
                </a:lnTo>
                <a:lnTo>
                  <a:pt x="96697" y="3052260"/>
                </a:lnTo>
                <a:cubicBezTo>
                  <a:pt x="1138473" y="2245439"/>
                  <a:pt x="2100097" y="452853"/>
                  <a:pt x="4032513" y="67165"/>
                </a:cubicBezTo>
                <a:cubicBezTo>
                  <a:pt x="5248670" y="-175563"/>
                  <a:pt x="6233389" y="260012"/>
                  <a:pt x="6863839" y="1044693"/>
                </a:cubicBezTo>
                <a:close/>
              </a:path>
            </a:pathLst>
          </a:custGeom>
          <a:solidFill>
            <a:schemeClr val="tx1"/>
          </a:solidFill>
          <a:ln w="0" cap="flat">
            <a:noFill/>
            <a:prstDash val="solid"/>
            <a:miter/>
          </a:ln>
        </p:spPr>
        <p:txBody>
          <a:bodyPr rtlCol="0" anchor="ctr"/>
          <a:lstStyle/>
          <a:p>
            <a:endParaRPr lang="en-GB"/>
          </a:p>
        </p:txBody>
      </p:sp>
      <p:pic>
        <p:nvPicPr>
          <p:cNvPr id="6" name="Graphic 5" descr="Lloyds Banking Group logo">
            <a:extLst>
              <a:ext uri="{FF2B5EF4-FFF2-40B4-BE49-F238E27FC236}">
                <a16:creationId xmlns:a16="http://schemas.microsoft.com/office/drawing/2014/main" id="{562025A7-4E7B-BEB8-F588-D686A44394A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11" name="Title 14">
            <a:extLst>
              <a:ext uri="{FF2B5EF4-FFF2-40B4-BE49-F238E27FC236}">
                <a16:creationId xmlns:a16="http://schemas.microsoft.com/office/drawing/2014/main" id="{7F63FC19-0049-335A-1512-9ED29668D051}"/>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bg1"/>
                </a:solidFill>
                <a:latin typeface="GT Ultra Median Lloyds Black" panose="020B0604020202020204" charset="0"/>
              </a:defRPr>
            </a:lvl1pPr>
          </a:lstStyle>
          <a:p>
            <a:r>
              <a:rPr lang="en-US"/>
              <a:t>Click to edit Master title style</a:t>
            </a:r>
            <a:endParaRPr lang="en-GB"/>
          </a:p>
        </p:txBody>
      </p:sp>
      <p:sp>
        <p:nvSpPr>
          <p:cNvPr id="10" name="Text Placeholder 3">
            <a:extLst>
              <a:ext uri="{FF2B5EF4-FFF2-40B4-BE49-F238E27FC236}">
                <a16:creationId xmlns:a16="http://schemas.microsoft.com/office/drawing/2014/main" id="{BA563372-E422-BD5A-2885-C8B29415B5AB}"/>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bg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92084B48-07B0-E83D-4365-996F7A8E405D}"/>
              </a:ext>
            </a:extLst>
          </p:cNvPr>
          <p:cNvSpPr>
            <a:spLocks noGrp="1"/>
          </p:cNvSpPr>
          <p:nvPr>
            <p:ph type="dt" sz="half" idx="12"/>
          </p:nvPr>
        </p:nvSpPr>
        <p:spPr/>
        <p:txBody>
          <a:bodyPr/>
          <a:lstStyle>
            <a:lvl1pPr>
              <a:defRPr>
                <a:solidFill>
                  <a:schemeClr val="bg1"/>
                </a:solidFill>
              </a:defRPr>
            </a:lvl1pPr>
          </a:lstStyle>
          <a:p>
            <a:fld id="{EEA0D3B0-A935-4A9C-83B8-A65E38C9F618}"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87640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49"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a:p>
        </p:txBody>
      </p:sp>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US"/>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602318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1"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53507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0"/>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79"/>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14968BD0-970F-4068-9F7C-5324270A0D6B}"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95553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Image panel)">
    <p:bg>
      <p:bgPr>
        <a:solidFill>
          <a:schemeClr val="bg1"/>
        </a:solidFill>
        <a:effectLst/>
      </p:bgPr>
    </p:bg>
    <p:spTree>
      <p:nvGrpSpPr>
        <p:cNvPr id="1" name=""/>
        <p:cNvGrpSpPr/>
        <p:nvPr/>
      </p:nvGrpSpPr>
      <p:grpSpPr>
        <a:xfrm>
          <a:off x="0" y="0"/>
          <a:ext cx="0" cy="0"/>
          <a:chOff x="0" y="0"/>
          <a:chExt cx="0" cy="0"/>
        </a:xfrm>
      </p:grpSpPr>
      <p:pic>
        <p:nvPicPr>
          <p:cNvPr id="14" name="Graphic 13" descr="Lloyds Banking Group logo">
            <a:extLst>
              <a:ext uri="{FF2B5EF4-FFF2-40B4-BE49-F238E27FC236}">
                <a16:creationId xmlns:a16="http://schemas.microsoft.com/office/drawing/2014/main" id="{D582348C-7692-F2C1-83E3-367A607F315A}"/>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US"/>
              <a:t>Click to edit Master text styles</a:t>
            </a:r>
          </a:p>
        </p:txBody>
      </p:sp>
      <p:sp>
        <p:nvSpPr>
          <p:cNvPr id="7" name="Picture Placeholder 6">
            <a:extLst>
              <a:ext uri="{FF2B5EF4-FFF2-40B4-BE49-F238E27FC236}">
                <a16:creationId xmlns:a16="http://schemas.microsoft.com/office/drawing/2014/main" id="{17CA09D6-92BC-53CA-6F36-90FD65F4E859}"/>
              </a:ext>
            </a:extLst>
          </p:cNvPr>
          <p:cNvSpPr>
            <a:spLocks noGrp="1"/>
          </p:cNvSpPr>
          <p:nvPr>
            <p:ph type="pic" sz="quarter" idx="13"/>
          </p:nvPr>
        </p:nvSpPr>
        <p:spPr>
          <a:xfrm>
            <a:off x="6096000" y="0"/>
            <a:ext cx="6096000" cy="6858000"/>
          </a:xfrm>
          <a:noFill/>
        </p:spPr>
        <p:txBody>
          <a:bodyPr/>
          <a:lstStyle/>
          <a:p>
            <a:r>
              <a:rPr lang="en-US"/>
              <a:t>Click icon to add picture</a:t>
            </a:r>
            <a:endParaRPr lang="en-GB"/>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83ECB52E-8432-4F09-9CC9-668D71B36CEE}" type="datetime3">
              <a:rPr lang="en-GB" smtClean="0"/>
              <a:t>3 August, 2026</a:t>
            </a:fld>
            <a:endParaRPr lang="en-GB"/>
          </a:p>
        </p:txBody>
      </p:sp>
      <p:sp>
        <p:nvSpPr>
          <p:cNvPr id="2" name="Rectangle 1">
            <a:extLst>
              <a:ext uri="{FF2B5EF4-FFF2-40B4-BE49-F238E27FC236}">
                <a16:creationId xmlns:a16="http://schemas.microsoft.com/office/drawing/2014/main" id="{76F44CA1-EEE8-DE50-D202-9C926B9CA67C}"/>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17182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Colour)">
    <p:bg>
      <p:bgPr>
        <a:solidFill>
          <a:schemeClr val="bg1"/>
        </a:solidFill>
        <a:effectLst/>
      </p:bgPr>
    </p:bg>
    <p:spTree>
      <p:nvGrpSpPr>
        <p:cNvPr id="1" name=""/>
        <p:cNvGrpSpPr/>
        <p:nvPr/>
      </p:nvGrpSpPr>
      <p:grpSpPr>
        <a:xfrm>
          <a:off x="0" y="0"/>
          <a:ext cx="0" cy="0"/>
          <a:chOff x="0" y="0"/>
          <a:chExt cx="0" cy="0"/>
        </a:xfrm>
      </p:grpSpPr>
      <p:pic>
        <p:nvPicPr>
          <p:cNvPr id="15" name="Graphic 14" descr="Lloyds Banking Group logo">
            <a:extLst>
              <a:ext uri="{FF2B5EF4-FFF2-40B4-BE49-F238E27FC236}">
                <a16:creationId xmlns:a16="http://schemas.microsoft.com/office/drawing/2014/main" id="{EFBA2F05-62DB-1A8D-EC4A-A666FD08D5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5672" y="534749"/>
            <a:ext cx="1320657" cy="1113182"/>
          </a:xfrm>
          <a:prstGeom prst="rect">
            <a:avLst/>
          </a:prstGeom>
        </p:spPr>
      </p:pic>
      <p:sp>
        <p:nvSpPr>
          <p:cNvPr id="13" name="Title 14">
            <a:extLst>
              <a:ext uri="{FF2B5EF4-FFF2-40B4-BE49-F238E27FC236}">
                <a16:creationId xmlns:a16="http://schemas.microsoft.com/office/drawing/2014/main" id="{C6B29EDE-75F8-B7C2-577C-3A2216ED3233}"/>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US"/>
              <a:t>Click to edit Master title style</a:t>
            </a:r>
            <a:endParaRPr lang="en-GB"/>
          </a:p>
        </p:txBody>
      </p:sp>
      <p:sp>
        <p:nvSpPr>
          <p:cNvPr id="11" name="Text Placeholder 3">
            <a:extLst>
              <a:ext uri="{FF2B5EF4-FFF2-40B4-BE49-F238E27FC236}">
                <a16:creationId xmlns:a16="http://schemas.microsoft.com/office/drawing/2014/main" id="{D89B0417-70F8-D265-9C17-F4AA6C9DD27A}"/>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5615EC7-CF73-4228-9C2B-564CF011EB98}"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20401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Animated Cancara)">
    <p:bg>
      <p:bgPr>
        <a:solidFill>
          <a:schemeClr val="bg1"/>
        </a:solidFill>
        <a:effectLst/>
      </p:bgPr>
    </p:bg>
    <p:spTree>
      <p:nvGrpSpPr>
        <p:cNvPr id="1" name=""/>
        <p:cNvGrpSpPr/>
        <p:nvPr/>
      </p:nvGrpSpPr>
      <p:grpSpPr>
        <a:xfrm>
          <a:off x="0" y="0"/>
          <a:ext cx="0" cy="0"/>
          <a:chOff x="0" y="0"/>
          <a:chExt cx="0" cy="0"/>
        </a:xfrm>
      </p:grpSpPr>
      <p:pic>
        <p:nvPicPr>
          <p:cNvPr id="11" name="Picture 10" descr="An animated Lloyds Bank black horse  rearing up">
            <a:extLst>
              <a:ext uri="{FF2B5EF4-FFF2-40B4-BE49-F238E27FC236}">
                <a16:creationId xmlns:a16="http://schemas.microsoft.com/office/drawing/2014/main" id="{813752FE-90C8-A2AD-6B90-E0D60188B4D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277360" y="605868"/>
            <a:ext cx="3637280" cy="3068950"/>
          </a:xfrm>
          <a:prstGeom prst="rect">
            <a:avLst/>
          </a:prstGeom>
        </p:spPr>
      </p:pic>
      <p:sp>
        <p:nvSpPr>
          <p:cNvPr id="7" name="Title 14">
            <a:extLst>
              <a:ext uri="{FF2B5EF4-FFF2-40B4-BE49-F238E27FC236}">
                <a16:creationId xmlns:a16="http://schemas.microsoft.com/office/drawing/2014/main" id="{9181B16B-58DD-C85B-194F-82D1B9DF25A3}"/>
              </a:ext>
            </a:extLst>
          </p:cNvPr>
          <p:cNvSpPr>
            <a:spLocks noGrp="1"/>
          </p:cNvSpPr>
          <p:nvPr>
            <p:ph type="title" hasCustomPrompt="1"/>
          </p:nvPr>
        </p:nvSpPr>
        <p:spPr>
          <a:xfrm>
            <a:off x="396240" y="3566160"/>
            <a:ext cx="11399520" cy="1709392"/>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8" name="Text Placeholder 3">
            <a:extLst>
              <a:ext uri="{FF2B5EF4-FFF2-40B4-BE49-F238E27FC236}">
                <a16:creationId xmlns:a16="http://schemas.microsoft.com/office/drawing/2014/main" id="{66C051A2-E63A-882E-14DE-DDB8729347FA}"/>
              </a:ext>
            </a:extLst>
          </p:cNvPr>
          <p:cNvSpPr>
            <a:spLocks noGrp="1"/>
          </p:cNvSpPr>
          <p:nvPr>
            <p:ph type="body" sz="quarter" idx="14"/>
          </p:nvPr>
        </p:nvSpPr>
        <p:spPr>
          <a:xfrm>
            <a:off x="396240" y="5426565"/>
            <a:ext cx="11399520" cy="666260"/>
          </a:xfrm>
        </p:spPr>
        <p:txBody>
          <a:bodyPr anchor="t"/>
          <a:lstStyle>
            <a:lvl1pPr algn="ctr">
              <a:defRPr b="0">
                <a:solidFill>
                  <a:schemeClr val="tx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0EC35DF-B254-4C84-9120-D905F6E687A5}"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88932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4"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82944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D03446-8F6A-7612-3970-23FAD981EB79}"/>
              </a:ext>
            </a:extLst>
          </p:cNvPr>
          <p:cNvSpPr>
            <a:spLocks noGrp="1"/>
          </p:cNvSpPr>
          <p:nvPr>
            <p:ph type="title"/>
          </p:nvPr>
        </p:nvSpPr>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11410950" cy="4500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84118079-9E77-74CB-D481-BF6575CFDACE}"/>
              </a:ext>
            </a:extLst>
          </p:cNvPr>
          <p:cNvSpPr>
            <a:spLocks noGrp="1"/>
          </p:cNvSpPr>
          <p:nvPr>
            <p:ph type="body" sz="quarter" idx="14"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02D8425-4089-4CBB-BCA2-2DB3E621226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26902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8763-CAF6-67A6-A93A-001D0189162A}"/>
              </a:ext>
            </a:extLst>
          </p:cNvPr>
          <p:cNvSpPr>
            <a:spLocks noGrp="1"/>
          </p:cNvSpPr>
          <p:nvPr>
            <p:ph type="title"/>
          </p:nvPr>
        </p:nvSpPr>
        <p:spPr/>
        <p:txBody>
          <a:bodyPr vert="horz"/>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5626099" cy="4500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6167437" y="1592263"/>
            <a:ext cx="5626099" cy="4500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9">
            <a:extLst>
              <a:ext uri="{FF2B5EF4-FFF2-40B4-BE49-F238E27FC236}">
                <a16:creationId xmlns:a16="http://schemas.microsoft.com/office/drawing/2014/main" id="{3A69233C-3EE6-3DBC-019C-590F85BDAFB4}"/>
              </a:ext>
            </a:extLst>
          </p:cNvPr>
          <p:cNvSpPr>
            <a:spLocks noGrp="1"/>
          </p:cNvSpPr>
          <p:nvPr>
            <p:ph type="body" sz="quarter" idx="15"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0BB07D7-EC64-4920-9022-AC126F2F3E4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67796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1035332-A892-6C43-D4AF-7D1DAC470D84}"/>
              </a:ext>
            </a:extLst>
          </p:cNvPr>
          <p:cNvSpPr>
            <a:spLocks noGrp="1"/>
          </p:cNvSpPr>
          <p:nvPr>
            <p:ph type="title"/>
          </p:nvPr>
        </p:nvSpPr>
        <p:spPr/>
        <p:txBody>
          <a:bodyPr vert="horz"/>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5626099" cy="4490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Picture Placeholder 24">
            <a:extLst>
              <a:ext uri="{FF2B5EF4-FFF2-40B4-BE49-F238E27FC236}">
                <a16:creationId xmlns:a16="http://schemas.microsoft.com/office/drawing/2014/main" id="{AC78F3F4-B20A-CE6E-835D-B30223588AAB}"/>
              </a:ext>
            </a:extLst>
          </p:cNvPr>
          <p:cNvSpPr>
            <a:spLocks noGrp="1"/>
          </p:cNvSpPr>
          <p:nvPr>
            <p:ph type="pic" sz="quarter" idx="17"/>
          </p:nvPr>
        </p:nvSpPr>
        <p:spPr>
          <a:xfrm flipH="1">
            <a:off x="6167436" y="1592263"/>
            <a:ext cx="5626102" cy="4500561"/>
          </a:xfrm>
          <a:custGeom>
            <a:avLst/>
            <a:gdLst>
              <a:gd name="connsiteX0" fmla="*/ 5515844 w 5626102"/>
              <a:gd name="connsiteY0" fmla="*/ 0 h 4500561"/>
              <a:gd name="connsiteX1" fmla="*/ 3777299 w 5626102"/>
              <a:gd name="connsiteY1" fmla="*/ 0 h 4500561"/>
              <a:gd name="connsiteX2" fmla="*/ 1848803 w 5626102"/>
              <a:gd name="connsiteY2" fmla="*/ 0 h 4500561"/>
              <a:gd name="connsiteX3" fmla="*/ 110258 w 5626102"/>
              <a:gd name="connsiteY3" fmla="*/ 0 h 4500561"/>
              <a:gd name="connsiteX4" fmla="*/ 0 w 5626102"/>
              <a:gd name="connsiteY4" fmla="*/ 110258 h 4500561"/>
              <a:gd name="connsiteX5" fmla="*/ 0 w 5626102"/>
              <a:gd name="connsiteY5" fmla="*/ 120245 h 4500561"/>
              <a:gd name="connsiteX6" fmla="*/ 0 w 5626102"/>
              <a:gd name="connsiteY6" fmla="*/ 193039 h 4500561"/>
              <a:gd name="connsiteX7" fmla="*/ 0 w 5626102"/>
              <a:gd name="connsiteY7" fmla="*/ 1655196 h 4500561"/>
              <a:gd name="connsiteX8" fmla="*/ 0 w 5626102"/>
              <a:gd name="connsiteY8" fmla="*/ 2845365 h 4500561"/>
              <a:gd name="connsiteX9" fmla="*/ 0 w 5626102"/>
              <a:gd name="connsiteY9" fmla="*/ 2918159 h 4500561"/>
              <a:gd name="connsiteX10" fmla="*/ 0 w 5626102"/>
              <a:gd name="connsiteY10" fmla="*/ 2928146 h 4500561"/>
              <a:gd name="connsiteX11" fmla="*/ 0 w 5626102"/>
              <a:gd name="connsiteY11" fmla="*/ 4380316 h 4500561"/>
              <a:gd name="connsiteX12" fmla="*/ 0 w 5626102"/>
              <a:gd name="connsiteY12" fmla="*/ 4390303 h 4500561"/>
              <a:gd name="connsiteX13" fmla="*/ 110258 w 5626102"/>
              <a:gd name="connsiteY13" fmla="*/ 4500561 h 4500561"/>
              <a:gd name="connsiteX14" fmla="*/ 1848803 w 5626102"/>
              <a:gd name="connsiteY14" fmla="*/ 4500561 h 4500561"/>
              <a:gd name="connsiteX15" fmla="*/ 3777299 w 5626102"/>
              <a:gd name="connsiteY15" fmla="*/ 4500561 h 4500561"/>
              <a:gd name="connsiteX16" fmla="*/ 5515844 w 5626102"/>
              <a:gd name="connsiteY16" fmla="*/ 4500561 h 4500561"/>
              <a:gd name="connsiteX17" fmla="*/ 5626102 w 5626102"/>
              <a:gd name="connsiteY17" fmla="*/ 4390303 h 4500561"/>
              <a:gd name="connsiteX18" fmla="*/ 5626102 w 5626102"/>
              <a:gd name="connsiteY18" fmla="*/ 4380316 h 4500561"/>
              <a:gd name="connsiteX19" fmla="*/ 5626102 w 5626102"/>
              <a:gd name="connsiteY19" fmla="*/ 2928146 h 4500561"/>
              <a:gd name="connsiteX20" fmla="*/ 5626102 w 5626102"/>
              <a:gd name="connsiteY20" fmla="*/ 2918159 h 4500561"/>
              <a:gd name="connsiteX21" fmla="*/ 5626102 w 5626102"/>
              <a:gd name="connsiteY21" fmla="*/ 2845365 h 4500561"/>
              <a:gd name="connsiteX22" fmla="*/ 5626102 w 5626102"/>
              <a:gd name="connsiteY22" fmla="*/ 1655196 h 4500561"/>
              <a:gd name="connsiteX23" fmla="*/ 5626102 w 5626102"/>
              <a:gd name="connsiteY23" fmla="*/ 193039 h 4500561"/>
              <a:gd name="connsiteX24" fmla="*/ 5626102 w 5626102"/>
              <a:gd name="connsiteY24" fmla="*/ 120245 h 4500561"/>
              <a:gd name="connsiteX25" fmla="*/ 5626102 w 5626102"/>
              <a:gd name="connsiteY25" fmla="*/ 110258 h 4500561"/>
              <a:gd name="connsiteX26" fmla="*/ 5515844 w 5626102"/>
              <a:gd name="connsiteY26" fmla="*/ 0 h 450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626102" h="4500561">
                <a:moveTo>
                  <a:pt x="5515844" y="0"/>
                </a:moveTo>
                <a:lnTo>
                  <a:pt x="3777299" y="0"/>
                </a:lnTo>
                <a:lnTo>
                  <a:pt x="1848803" y="0"/>
                </a:lnTo>
                <a:lnTo>
                  <a:pt x="110258" y="0"/>
                </a:lnTo>
                <a:cubicBezTo>
                  <a:pt x="49364" y="0"/>
                  <a:pt x="0" y="49364"/>
                  <a:pt x="0" y="110258"/>
                </a:cubicBezTo>
                <a:lnTo>
                  <a:pt x="0" y="120245"/>
                </a:lnTo>
                <a:lnTo>
                  <a:pt x="0" y="193039"/>
                </a:lnTo>
                <a:lnTo>
                  <a:pt x="0" y="1655196"/>
                </a:lnTo>
                <a:lnTo>
                  <a:pt x="0" y="2845365"/>
                </a:lnTo>
                <a:lnTo>
                  <a:pt x="0" y="2918159"/>
                </a:lnTo>
                <a:lnTo>
                  <a:pt x="0" y="2928146"/>
                </a:lnTo>
                <a:lnTo>
                  <a:pt x="0" y="4380316"/>
                </a:lnTo>
                <a:lnTo>
                  <a:pt x="0" y="4390303"/>
                </a:lnTo>
                <a:cubicBezTo>
                  <a:pt x="0" y="4451197"/>
                  <a:pt x="49364" y="4500561"/>
                  <a:pt x="110258" y="4500561"/>
                </a:cubicBezTo>
                <a:lnTo>
                  <a:pt x="1848803" y="4500561"/>
                </a:lnTo>
                <a:lnTo>
                  <a:pt x="3777299" y="4500561"/>
                </a:lnTo>
                <a:lnTo>
                  <a:pt x="5515844" y="4500561"/>
                </a:lnTo>
                <a:cubicBezTo>
                  <a:pt x="5576738" y="4500561"/>
                  <a:pt x="5626102" y="4451197"/>
                  <a:pt x="5626102" y="4390303"/>
                </a:cubicBezTo>
                <a:lnTo>
                  <a:pt x="5626102" y="4380316"/>
                </a:lnTo>
                <a:lnTo>
                  <a:pt x="5626102" y="2928146"/>
                </a:lnTo>
                <a:lnTo>
                  <a:pt x="5626102" y="2918159"/>
                </a:lnTo>
                <a:lnTo>
                  <a:pt x="5626102" y="2845365"/>
                </a:lnTo>
                <a:lnTo>
                  <a:pt x="5626102" y="1655196"/>
                </a:lnTo>
                <a:lnTo>
                  <a:pt x="5626102" y="193039"/>
                </a:lnTo>
                <a:lnTo>
                  <a:pt x="5626102" y="120245"/>
                </a:lnTo>
                <a:lnTo>
                  <a:pt x="5626102" y="110258"/>
                </a:lnTo>
                <a:cubicBezTo>
                  <a:pt x="5626102" y="49364"/>
                  <a:pt x="5576738" y="0"/>
                  <a:pt x="5515844" y="0"/>
                </a:cubicBezTo>
                <a:close/>
              </a:path>
            </a:pathLst>
          </a:custGeom>
        </p:spPr>
        <p:txBody>
          <a:bodyPr wrap="square">
            <a:noAutofit/>
          </a:bodyPr>
          <a:lstStyle/>
          <a:p>
            <a:r>
              <a:rPr lang="en-US"/>
              <a:t>Click icon to add picture</a:t>
            </a:r>
            <a:endParaRPr lang="en-GB"/>
          </a:p>
        </p:txBody>
      </p:sp>
      <p:sp>
        <p:nvSpPr>
          <p:cNvPr id="8" name="Text Placeholder 9">
            <a:extLst>
              <a:ext uri="{FF2B5EF4-FFF2-40B4-BE49-F238E27FC236}">
                <a16:creationId xmlns:a16="http://schemas.microsoft.com/office/drawing/2014/main" id="{3F3B300D-949B-4085-6D1E-DE68FA9577EE}"/>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23318A6D-BBB1-467F-BA16-31BE8E699438}"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70707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5"/>
            <a:ext cx="5402263" cy="998855"/>
          </a:xfrm>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3"/>
            <a:ext cx="5402263"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39" y="-1"/>
            <a:ext cx="6024561" cy="6857999"/>
          </a:xfrm>
          <a:solidFill>
            <a:schemeClr val="bg2"/>
          </a:solidFill>
        </p:spPr>
        <p:txBody>
          <a:bodyPr lIns="396000" tIns="1638000" rIns="72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4" name="Rectangle 13">
            <a:extLst>
              <a:ext uri="{FF2B5EF4-FFF2-40B4-BE49-F238E27FC236}">
                <a16:creationId xmlns:a16="http://schemas.microsoft.com/office/drawing/2014/main" id="{B50AD456-47FC-44F8-860E-88A9E5EDE2A8}"/>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4169343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5"/>
            <a:ext cx="7180856" cy="998855"/>
          </a:xfrm>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0"/>
            <a:ext cx="4343400" cy="6857999"/>
          </a:xfrm>
          <a:solidFill>
            <a:schemeClr val="bg2"/>
          </a:solidFill>
        </p:spPr>
        <p:txBody>
          <a:bodyPr lIns="360000" tIns="1638000" rIns="72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52720CD9-D609-46C3-8253-87BABBD7015C}"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D99D9710-A0C2-C6B6-DD0A-A2D3CCB87BA9}"/>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76032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and Image">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FB9A2962-A043-8A6B-31F0-A893DFC32C88}"/>
              </a:ext>
            </a:extLst>
          </p:cNvPr>
          <p:cNvSpPr>
            <a:spLocks noGrp="1"/>
          </p:cNvSpPr>
          <p:nvPr>
            <p:ph type="title"/>
          </p:nvPr>
        </p:nvSpPr>
        <p:spPr>
          <a:xfrm>
            <a:off x="382588" y="403225"/>
            <a:ext cx="7180856" cy="998855"/>
          </a:xfrm>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Picture Placeholder 13">
            <a:extLst>
              <a:ext uri="{FF2B5EF4-FFF2-40B4-BE49-F238E27FC236}">
                <a16:creationId xmlns:a16="http://schemas.microsoft.com/office/drawing/2014/main" id="{D5D38E7B-94E7-80EC-7C80-6DFEA1864798}"/>
              </a:ext>
            </a:extLst>
          </p:cNvPr>
          <p:cNvSpPr>
            <a:spLocks noGrp="1"/>
          </p:cNvSpPr>
          <p:nvPr>
            <p:ph type="pic" sz="quarter" idx="18"/>
          </p:nvPr>
        </p:nvSpPr>
        <p:spPr>
          <a:xfrm>
            <a:off x="7848600" y="0"/>
            <a:ext cx="4343400" cy="6858000"/>
          </a:xfrm>
        </p:spPr>
        <p:txBody>
          <a:bodyPr/>
          <a:lstStyle/>
          <a:p>
            <a:r>
              <a:rPr lang="en-US"/>
              <a:t>Click icon to add picture</a:t>
            </a:r>
            <a:endParaRPr lang="en-GB"/>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36555AF-91A3-41F0-B68B-8914D26F7750}"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02B3EE4-BFAB-829E-7F48-021D089E68C1}"/>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88764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BAB6-8624-3312-1791-1BBA427839B4}"/>
              </a:ext>
            </a:extLst>
          </p:cNvPr>
          <p:cNvSpPr>
            <a:spLocks noGrp="1"/>
          </p:cNvSpPr>
          <p:nvPr>
            <p:ph type="title"/>
          </p:nvPr>
        </p:nvSpPr>
        <p:spPr/>
        <p:txBody>
          <a:bodyPr vert="horz"/>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68946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243329" y="1593621"/>
            <a:ext cx="368946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8104070" y="1593621"/>
            <a:ext cx="3689467"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9A98C0E0-26F0-55C2-E153-78284C244622}"/>
              </a:ext>
            </a:extLst>
          </p:cNvPr>
          <p:cNvSpPr>
            <a:spLocks noGrp="1"/>
          </p:cNvSpPr>
          <p:nvPr>
            <p:ph type="body" sz="quarter" idx="16"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18A7B925-5BE5-4C73-AF91-D318C3B2EC59}"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6047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ur Column Content ">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66D8AF-2F55-696A-EF6F-1BC3DBB30E31}"/>
              </a:ext>
            </a:extLst>
          </p:cNvPr>
          <p:cNvSpPr>
            <a:spLocks noGrp="1"/>
          </p:cNvSpPr>
          <p:nvPr>
            <p:ph type="title"/>
          </p:nvPr>
        </p:nvSpPr>
        <p:spPr/>
        <p:txBody>
          <a:bodyPr vert="horz"/>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2725737"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3277659" y="1593621"/>
            <a:ext cx="2725737"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6172730" y="1595526"/>
            <a:ext cx="2725737"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9067801" y="1595526"/>
            <a:ext cx="2725737"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9">
            <a:extLst>
              <a:ext uri="{FF2B5EF4-FFF2-40B4-BE49-F238E27FC236}">
                <a16:creationId xmlns:a16="http://schemas.microsoft.com/office/drawing/2014/main" id="{AE6BD504-A916-D487-4B37-4E5E04904CAD}"/>
              </a:ext>
            </a:extLst>
          </p:cNvPr>
          <p:cNvSpPr>
            <a:spLocks noGrp="1"/>
          </p:cNvSpPr>
          <p:nvPr>
            <p:ph type="body" sz="quarter" idx="17"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E9857CA3-04D6-4F53-8451-58DD27E8524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731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ive Column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6B8D84-E9FE-2CF3-0C2F-0C41CC12D089}"/>
              </a:ext>
            </a:extLst>
          </p:cNvPr>
          <p:cNvSpPr>
            <a:spLocks noGrp="1"/>
          </p:cNvSpPr>
          <p:nvPr>
            <p:ph type="title"/>
          </p:nvPr>
        </p:nvSpPr>
        <p:spPr/>
        <p:txBody>
          <a:bodyPr vert="horz"/>
          <a:lstStyle/>
          <a:p>
            <a:r>
              <a:rPr lang="en-US"/>
              <a:t>Click to edit Master title style</a:t>
            </a:r>
            <a:endParaRPr lang="en-GB"/>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324" y="1593621"/>
            <a:ext cx="214629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2698486" y="1593621"/>
            <a:ext cx="214629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5014648" y="1593621"/>
            <a:ext cx="214629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7330810" y="1593621"/>
            <a:ext cx="214629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6">
            <a:extLst>
              <a:ext uri="{FF2B5EF4-FFF2-40B4-BE49-F238E27FC236}">
                <a16:creationId xmlns:a16="http://schemas.microsoft.com/office/drawing/2014/main" id="{B15F4F2B-279B-00A7-3FA7-1299DCB823B9}"/>
              </a:ext>
            </a:extLst>
          </p:cNvPr>
          <p:cNvSpPr>
            <a:spLocks noGrp="1"/>
          </p:cNvSpPr>
          <p:nvPr>
            <p:ph sz="quarter" idx="17"/>
          </p:nvPr>
        </p:nvSpPr>
        <p:spPr>
          <a:xfrm>
            <a:off x="9646972" y="1593621"/>
            <a:ext cx="2146298" cy="450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9">
            <a:extLst>
              <a:ext uri="{FF2B5EF4-FFF2-40B4-BE49-F238E27FC236}">
                <a16:creationId xmlns:a16="http://schemas.microsoft.com/office/drawing/2014/main" id="{1B291738-D43F-9D8B-2659-421D0BDAD3BD}"/>
              </a:ext>
            </a:extLst>
          </p:cNvPr>
          <p:cNvSpPr>
            <a:spLocks noGrp="1"/>
          </p:cNvSpPr>
          <p:nvPr>
            <p:ph type="body" sz="quarter" idx="18" hasCustomPrompt="1"/>
          </p:nvPr>
        </p:nvSpPr>
        <p:spPr>
          <a:xfrm>
            <a:off x="382586" y="6135468"/>
            <a:ext cx="1141068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904D913-FEF3-4822-979B-50615CD51B5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49301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US"/>
              <a:t>Click to edit Master title style</a:t>
            </a:r>
            <a:endParaRPr lang="en-GB"/>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9">
            <a:extLst>
              <a:ext uri="{FF2B5EF4-FFF2-40B4-BE49-F238E27FC236}">
                <a16:creationId xmlns:a16="http://schemas.microsoft.com/office/drawing/2014/main" id="{F2B3CD09-C8FF-8026-C233-2B7F637CD96D}"/>
              </a:ext>
            </a:extLst>
          </p:cNvPr>
          <p:cNvSpPr>
            <a:spLocks noGrp="1"/>
          </p:cNvSpPr>
          <p:nvPr>
            <p:ph type="body" sz="quarter" idx="21"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A7728EC-6869-BF41-19DA-8BE69F479A12}"/>
              </a:ext>
            </a:extLst>
          </p:cNvPr>
          <p:cNvSpPr>
            <a:spLocks noGrp="1"/>
          </p:cNvSpPr>
          <p:nvPr>
            <p:ph type="dt" sz="half" idx="12"/>
          </p:nvPr>
        </p:nvSpPr>
        <p:spPr/>
        <p:txBody>
          <a:bodyPr/>
          <a:lstStyle/>
          <a:p>
            <a:fld id="{17A00E87-D74F-4393-AEAA-24EF260EC224}" type="datetime3">
              <a:rPr lang="en-GB" smtClean="0"/>
              <a:t>3 August, 2026</a:t>
            </a:fld>
            <a:endParaRPr lang="en-GB"/>
          </a:p>
        </p:txBody>
      </p:sp>
      <p:sp>
        <p:nvSpPr>
          <p:cNvPr id="3" name="Footer Placeholder 2">
            <a:extLst>
              <a:ext uri="{FF2B5EF4-FFF2-40B4-BE49-F238E27FC236}">
                <a16:creationId xmlns:a16="http://schemas.microsoft.com/office/drawing/2014/main" id="{E0231CFE-F5B9-1AAB-AA10-5CBB4F72D837}"/>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7" name="Rectangle 6">
            <a:extLst>
              <a:ext uri="{FF2B5EF4-FFF2-40B4-BE49-F238E27FC236}">
                <a16:creationId xmlns:a16="http://schemas.microsoft.com/office/drawing/2014/main" id="{969D2227-F556-6350-06C6-2CCE23109977}"/>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937887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lour Background and Content">
    <p:bg>
      <p:bgPr>
        <a:solidFill>
          <a:srgbClr val="C7FFC6"/>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60F7AC-5D6C-2C65-5880-486692521CCB}"/>
              </a:ext>
            </a:extLst>
          </p:cNvPr>
          <p:cNvSpPr>
            <a:spLocks noGrp="1"/>
          </p:cNvSpPr>
          <p:nvPr>
            <p:ph type="title"/>
          </p:nvPr>
        </p:nvSpPr>
        <p:spPr/>
        <p:txBody>
          <a:bodyPr vert="horz"/>
          <a:lstStyle/>
          <a:p>
            <a:r>
              <a:rPr lang="en-US"/>
              <a:t>Click to edit Master title style</a:t>
            </a:r>
            <a:endParaRPr lang="en-GB"/>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chemeClr val="bg1"/>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9">
            <a:extLst>
              <a:ext uri="{FF2B5EF4-FFF2-40B4-BE49-F238E27FC236}">
                <a16:creationId xmlns:a16="http://schemas.microsoft.com/office/drawing/2014/main" id="{ABDDC91C-D2C0-29BC-EB3C-10CD00452EC2}"/>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5DCF4916-2DDA-4596-A5E4-FCCC6EFF6C8C}"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780DECE-EB79-91E5-73E3-3EE329BA64CF}"/>
              </a:ext>
            </a:extLst>
          </p:cNvPr>
          <p:cNvSpPr/>
          <p:nvPr userDrawn="1"/>
        </p:nvSpPr>
        <p:spPr>
          <a:xfrm>
            <a:off x="0" y="6959600"/>
            <a:ext cx="1076960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Calm Green and Light Grey.</a:t>
            </a:r>
          </a:p>
        </p:txBody>
      </p:sp>
    </p:spTree>
    <p:extLst>
      <p:ext uri="{BB962C8B-B14F-4D97-AF65-F5344CB8AC3E}">
        <p14:creationId xmlns:p14="http://schemas.microsoft.com/office/powerpoint/2010/main" val="1712496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olour Content ">
    <p:bg>
      <p:bgPr>
        <a:solidFill>
          <a:schemeClr val="bg1"/>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9BFB743-0FAA-3401-A4B3-9393024ECD54}"/>
              </a:ext>
            </a:extLst>
          </p:cNvPr>
          <p:cNvSpPr>
            <a:spLocks noGrp="1"/>
          </p:cNvSpPr>
          <p:nvPr>
            <p:ph type="title"/>
          </p:nvPr>
        </p:nvSpPr>
        <p:spPr/>
        <p:txBody>
          <a:bodyPr vert="horz"/>
          <a:lstStyle/>
          <a:p>
            <a:r>
              <a:rPr lang="en-US"/>
              <a:t>Click to edit Master title style</a:t>
            </a:r>
            <a:endParaRPr lang="en-GB"/>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rgbClr val="6CF479"/>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9">
            <a:extLst>
              <a:ext uri="{FF2B5EF4-FFF2-40B4-BE49-F238E27FC236}">
                <a16:creationId xmlns:a16="http://schemas.microsoft.com/office/drawing/2014/main" id="{A823045D-4165-EA06-5085-7543BD6F1C53}"/>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3FCD6323-837B-4B1C-8026-79E2F0A3E1DF}"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A50722C3-3F19-751F-2D16-894AEC73B7C7}"/>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263162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Boxed Content">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751815A-DD25-1E6A-DFFD-275AC38D3815}"/>
              </a:ext>
            </a:extLst>
          </p:cNvPr>
          <p:cNvSpPr>
            <a:spLocks noGrp="1"/>
          </p:cNvSpPr>
          <p:nvPr>
            <p:ph type="title"/>
          </p:nvPr>
        </p:nvSpPr>
        <p:spPr/>
        <p:txBody>
          <a:bodyPr vert="horz"/>
          <a:lstStyle/>
          <a:p>
            <a:r>
              <a:rPr lang="en-US"/>
              <a:t>Click to edit Master title style</a:t>
            </a:r>
            <a:endParaRPr lang="en-GB"/>
          </a:p>
        </p:txBody>
      </p:sp>
      <p:sp>
        <p:nvSpPr>
          <p:cNvPr id="11" name="Content Placeholder 10">
            <a:extLst>
              <a:ext uri="{FF2B5EF4-FFF2-40B4-BE49-F238E27FC236}">
                <a16:creationId xmlns:a16="http://schemas.microsoft.com/office/drawing/2014/main" id="{3A309FE1-5BB4-A828-5924-92B8762A829C}"/>
              </a:ext>
            </a:extLst>
          </p:cNvPr>
          <p:cNvSpPr>
            <a:spLocks noGrp="1"/>
          </p:cNvSpPr>
          <p:nvPr>
            <p:ph sz="quarter" idx="13"/>
          </p:nvPr>
        </p:nvSpPr>
        <p:spPr>
          <a:xfrm>
            <a:off x="382589" y="1592263"/>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C7FFC6"/>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2">
            <a:extLst>
              <a:ext uri="{FF2B5EF4-FFF2-40B4-BE49-F238E27FC236}">
                <a16:creationId xmlns:a16="http://schemas.microsoft.com/office/drawing/2014/main" id="{E5418A5E-DACA-97E1-6D53-DBAFA0B501BC}"/>
              </a:ext>
            </a:extLst>
          </p:cNvPr>
          <p:cNvSpPr>
            <a:spLocks noGrp="1"/>
          </p:cNvSpPr>
          <p:nvPr>
            <p:ph sz="quarter" idx="14"/>
          </p:nvPr>
        </p:nvSpPr>
        <p:spPr>
          <a:xfrm>
            <a:off x="6158093" y="1592263"/>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11B67A"/>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9">
            <a:extLst>
              <a:ext uri="{FF2B5EF4-FFF2-40B4-BE49-F238E27FC236}">
                <a16:creationId xmlns:a16="http://schemas.microsoft.com/office/drawing/2014/main" id="{5755C8C2-4351-C268-D581-128090E73B87}"/>
              </a:ext>
            </a:extLst>
          </p:cNvPr>
          <p:cNvSpPr>
            <a:spLocks noGrp="1"/>
          </p:cNvSpPr>
          <p:nvPr>
            <p:ph type="body" sz="quarter" idx="15"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92218E3C-4823-4F89-A60E-2C0500200A2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523667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2"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9">
            <a:extLst>
              <a:ext uri="{FF2B5EF4-FFF2-40B4-BE49-F238E27FC236}">
                <a16:creationId xmlns:a16="http://schemas.microsoft.com/office/drawing/2014/main" id="{F02679CB-E303-219C-E924-B0C87EA03969}"/>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7024DF-11DA-4BB2-85CC-3FB4D8D48A0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65732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US"/>
              <a:t>Click to edit Master title style</a:t>
            </a:r>
            <a:endParaRPr lang="en-GB"/>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US"/>
              <a:t>Click icon to add picture</a:t>
            </a:r>
            <a:endParaRPr lang="en-GB"/>
          </a:p>
        </p:txBody>
      </p:sp>
      <p:sp>
        <p:nvSpPr>
          <p:cNvPr id="7" name="Text Placeholder 9">
            <a:extLst>
              <a:ext uri="{FF2B5EF4-FFF2-40B4-BE49-F238E27FC236}">
                <a16:creationId xmlns:a16="http://schemas.microsoft.com/office/drawing/2014/main" id="{3AF1DDF9-AA7E-23A7-F60E-7B4638E17756}"/>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415627B2-6A22-434C-AF60-F2A3480C9CC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27667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US"/>
              <a:t>Click to edit Master title style</a:t>
            </a:r>
            <a:endParaRPr lang="en-GB"/>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3"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2"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9">
            <a:extLst>
              <a:ext uri="{FF2B5EF4-FFF2-40B4-BE49-F238E27FC236}">
                <a16:creationId xmlns:a16="http://schemas.microsoft.com/office/drawing/2014/main" id="{2EA3000F-FCB8-2364-438D-CB565BC9B82B}"/>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700B129C-985F-41F9-877C-709D8D9E90F7}"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31546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ighlighted Text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1714F3-124A-0368-601A-816B286A13DD}"/>
              </a:ext>
            </a:extLst>
          </p:cNvPr>
          <p:cNvSpPr>
            <a:spLocks noGrp="1"/>
          </p:cNvSpPr>
          <p:nvPr>
            <p:ph type="title"/>
          </p:nvPr>
        </p:nvSpPr>
        <p:spPr/>
        <p:txBody>
          <a:bodyPr/>
          <a:lstStyle/>
          <a:p>
            <a:r>
              <a:rPr lang="en-US"/>
              <a:t>Click to edit Master title style</a:t>
            </a:r>
            <a:endParaRPr lang="en-GB"/>
          </a:p>
        </p:txBody>
      </p:sp>
      <p:sp>
        <p:nvSpPr>
          <p:cNvPr id="2" name="Text Placeholder 1">
            <a:extLst>
              <a:ext uri="{FF2B5EF4-FFF2-40B4-BE49-F238E27FC236}">
                <a16:creationId xmlns:a16="http://schemas.microsoft.com/office/drawing/2014/main" id="{E867829D-94CE-C8CF-9064-16C18AB1884E}"/>
              </a:ext>
            </a:extLst>
          </p:cNvPr>
          <p:cNvSpPr>
            <a:spLocks noGrp="1"/>
          </p:cNvSpPr>
          <p:nvPr>
            <p:ph type="body" sz="quarter" idx="16"/>
          </p:nvPr>
        </p:nvSpPr>
        <p:spPr>
          <a:xfrm>
            <a:off x="382592" y="1590675"/>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bg2"/>
          </a:solidFill>
        </p:spPr>
        <p:txBody>
          <a:bodyPr wrap="square" lIns="216000" tIns="180000" rIns="18000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Content Placeholder 21">
            <a:extLst>
              <a:ext uri="{FF2B5EF4-FFF2-40B4-BE49-F238E27FC236}">
                <a16:creationId xmlns:a16="http://schemas.microsoft.com/office/drawing/2014/main" id="{CC6E2891-D272-59C9-A316-72DCD8E4F17B}"/>
              </a:ext>
            </a:extLst>
          </p:cNvPr>
          <p:cNvSpPr>
            <a:spLocks noGrp="1"/>
          </p:cNvSpPr>
          <p:nvPr>
            <p:ph sz="quarter" idx="22"/>
          </p:nvPr>
        </p:nvSpPr>
        <p:spPr>
          <a:xfrm>
            <a:off x="3271841" y="1590675"/>
            <a:ext cx="8521696" cy="4502150"/>
          </a:xfrm>
          <a:custGeom>
            <a:avLst/>
            <a:gdLst>
              <a:gd name="connsiteX0" fmla="*/ 114309 w 8521696"/>
              <a:gd name="connsiteY0" fmla="*/ 0 h 4502150"/>
              <a:gd name="connsiteX1" fmla="*/ 2035707 w 8521696"/>
              <a:gd name="connsiteY1" fmla="*/ 0 h 4502150"/>
              <a:gd name="connsiteX2" fmla="*/ 2628888 w 8521696"/>
              <a:gd name="connsiteY2" fmla="*/ 0 h 4502150"/>
              <a:gd name="connsiteX3" fmla="*/ 3003559 w 8521696"/>
              <a:gd name="connsiteY3" fmla="*/ 0 h 4502150"/>
              <a:gd name="connsiteX4" fmla="*/ 3355221 w 8521696"/>
              <a:gd name="connsiteY4" fmla="*/ 0 h 4502150"/>
              <a:gd name="connsiteX5" fmla="*/ 4550286 w 8521696"/>
              <a:gd name="connsiteY5" fmla="*/ 0 h 4502150"/>
              <a:gd name="connsiteX6" fmla="*/ 5518138 w 8521696"/>
              <a:gd name="connsiteY6" fmla="*/ 0 h 4502150"/>
              <a:gd name="connsiteX7" fmla="*/ 5869800 w 8521696"/>
              <a:gd name="connsiteY7" fmla="*/ 0 h 4502150"/>
              <a:gd name="connsiteX8" fmla="*/ 5881304 w 8521696"/>
              <a:gd name="connsiteY8" fmla="*/ 2323 h 4502150"/>
              <a:gd name="connsiteX9" fmla="*/ 5892808 w 8521696"/>
              <a:gd name="connsiteY9" fmla="*/ 0 h 4502150"/>
              <a:gd name="connsiteX10" fmla="*/ 8407387 w 8521696"/>
              <a:gd name="connsiteY10" fmla="*/ 0 h 4502150"/>
              <a:gd name="connsiteX11" fmla="*/ 8521696 w 8521696"/>
              <a:gd name="connsiteY11" fmla="*/ 114309 h 4502150"/>
              <a:gd name="connsiteX12" fmla="*/ 8521696 w 8521696"/>
              <a:gd name="connsiteY12" fmla="*/ 4387841 h 4502150"/>
              <a:gd name="connsiteX13" fmla="*/ 8407387 w 8521696"/>
              <a:gd name="connsiteY13" fmla="*/ 4502150 h 4502150"/>
              <a:gd name="connsiteX14" fmla="*/ 5892808 w 8521696"/>
              <a:gd name="connsiteY14" fmla="*/ 4502150 h 4502150"/>
              <a:gd name="connsiteX15" fmla="*/ 5881304 w 8521696"/>
              <a:gd name="connsiteY15" fmla="*/ 4499828 h 4502150"/>
              <a:gd name="connsiteX16" fmla="*/ 5869800 w 8521696"/>
              <a:gd name="connsiteY16" fmla="*/ 4502150 h 4502150"/>
              <a:gd name="connsiteX17" fmla="*/ 5518138 w 8521696"/>
              <a:gd name="connsiteY17" fmla="*/ 4502150 h 4502150"/>
              <a:gd name="connsiteX18" fmla="*/ 4550286 w 8521696"/>
              <a:gd name="connsiteY18" fmla="*/ 4502150 h 4502150"/>
              <a:gd name="connsiteX19" fmla="*/ 3355221 w 8521696"/>
              <a:gd name="connsiteY19" fmla="*/ 4502150 h 4502150"/>
              <a:gd name="connsiteX20" fmla="*/ 3003559 w 8521696"/>
              <a:gd name="connsiteY20" fmla="*/ 4502150 h 4502150"/>
              <a:gd name="connsiteX21" fmla="*/ 2628888 w 8521696"/>
              <a:gd name="connsiteY21" fmla="*/ 4502150 h 4502150"/>
              <a:gd name="connsiteX22" fmla="*/ 2035707 w 8521696"/>
              <a:gd name="connsiteY22" fmla="*/ 4502150 h 4502150"/>
              <a:gd name="connsiteX23" fmla="*/ 114309 w 8521696"/>
              <a:gd name="connsiteY23" fmla="*/ 4502150 h 4502150"/>
              <a:gd name="connsiteX24" fmla="*/ 0 w 8521696"/>
              <a:gd name="connsiteY24" fmla="*/ 4387841 h 4502150"/>
              <a:gd name="connsiteX25" fmla="*/ 0 w 8521696"/>
              <a:gd name="connsiteY25" fmla="*/ 114309 h 4502150"/>
              <a:gd name="connsiteX26" fmla="*/ 114309 w 8521696"/>
              <a:gd name="connsiteY26"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21696" h="4502150">
                <a:moveTo>
                  <a:pt x="114309" y="0"/>
                </a:moveTo>
                <a:lnTo>
                  <a:pt x="2035707" y="0"/>
                </a:lnTo>
                <a:lnTo>
                  <a:pt x="2628888" y="0"/>
                </a:lnTo>
                <a:lnTo>
                  <a:pt x="3003559" y="0"/>
                </a:lnTo>
                <a:lnTo>
                  <a:pt x="3355221" y="0"/>
                </a:lnTo>
                <a:lnTo>
                  <a:pt x="4550286" y="0"/>
                </a:lnTo>
                <a:lnTo>
                  <a:pt x="5518138" y="0"/>
                </a:lnTo>
                <a:lnTo>
                  <a:pt x="5869800" y="0"/>
                </a:lnTo>
                <a:lnTo>
                  <a:pt x="5881304" y="2323"/>
                </a:lnTo>
                <a:lnTo>
                  <a:pt x="5892808" y="0"/>
                </a:lnTo>
                <a:lnTo>
                  <a:pt x="8407387" y="0"/>
                </a:lnTo>
                <a:cubicBezTo>
                  <a:pt x="8470518" y="0"/>
                  <a:pt x="8521696" y="51178"/>
                  <a:pt x="8521696" y="114309"/>
                </a:cubicBezTo>
                <a:lnTo>
                  <a:pt x="8521696" y="4387841"/>
                </a:lnTo>
                <a:cubicBezTo>
                  <a:pt x="8521696" y="4450972"/>
                  <a:pt x="8470518" y="4502150"/>
                  <a:pt x="8407387" y="4502150"/>
                </a:cubicBezTo>
                <a:lnTo>
                  <a:pt x="5892808" y="4502150"/>
                </a:lnTo>
                <a:lnTo>
                  <a:pt x="5881304" y="4499828"/>
                </a:lnTo>
                <a:lnTo>
                  <a:pt x="5869800" y="4502150"/>
                </a:lnTo>
                <a:lnTo>
                  <a:pt x="5518138" y="4502150"/>
                </a:lnTo>
                <a:lnTo>
                  <a:pt x="4550286" y="4502150"/>
                </a:lnTo>
                <a:lnTo>
                  <a:pt x="3355221" y="4502150"/>
                </a:lnTo>
                <a:lnTo>
                  <a:pt x="3003559" y="4502150"/>
                </a:lnTo>
                <a:lnTo>
                  <a:pt x="2628888" y="4502150"/>
                </a:lnTo>
                <a:lnTo>
                  <a:pt x="2035707" y="4502150"/>
                </a:lnTo>
                <a:lnTo>
                  <a:pt x="114309" y="4502150"/>
                </a:lnTo>
                <a:cubicBezTo>
                  <a:pt x="51178" y="4502150"/>
                  <a:pt x="0" y="4450972"/>
                  <a:pt x="0" y="4387841"/>
                </a:cubicBezTo>
                <a:lnTo>
                  <a:pt x="0" y="114309"/>
                </a:lnTo>
                <a:cubicBezTo>
                  <a:pt x="0" y="51178"/>
                  <a:pt x="51178" y="0"/>
                  <a:pt x="114309" y="0"/>
                </a:cubicBezTo>
                <a:close/>
              </a:path>
            </a:pathLst>
          </a:custGeom>
        </p:spPr>
        <p:txBody>
          <a:bodyPr wrap="square">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9">
            <a:extLst>
              <a:ext uri="{FF2B5EF4-FFF2-40B4-BE49-F238E27FC236}">
                <a16:creationId xmlns:a16="http://schemas.microsoft.com/office/drawing/2014/main" id="{23E02E5D-D374-415E-8CD9-A575564569E5}"/>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098E4F-09D5-4B38-A7E5-0C179C46936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42534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with Image">
    <p:bg>
      <p:bgPr>
        <a:solidFill>
          <a:srgbClr val="11B67A"/>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91A8126-78BF-15C2-9CC7-E2FBE2E57CDE}"/>
              </a:ext>
            </a:extLst>
          </p:cNvPr>
          <p:cNvSpPr>
            <a:spLocks noGrp="1"/>
          </p:cNvSpPr>
          <p:nvPr>
            <p:ph type="pic" sz="quarter" idx="13"/>
          </p:nvPr>
        </p:nvSpPr>
        <p:spPr>
          <a:xfrm>
            <a:off x="0" y="0"/>
            <a:ext cx="6096000" cy="6858000"/>
          </a:xfrm>
          <a:solidFill>
            <a:schemeClr val="bg1"/>
          </a:solidFill>
        </p:spPr>
        <p:txBody>
          <a:bodyPr/>
          <a:lstStyle/>
          <a:p>
            <a:r>
              <a:rPr lang="en-US"/>
              <a:t>Click icon to add picture</a:t>
            </a:r>
            <a:endParaRPr lang="en-GB"/>
          </a:p>
        </p:txBody>
      </p:sp>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6645275" y="1774824"/>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US"/>
              <a:t>Click to edit Master text styles</a:t>
            </a:r>
          </a:p>
          <a:p>
            <a:pPr lvl="1"/>
            <a:r>
              <a:rPr lang="en-US"/>
              <a:t>Second level</a:t>
            </a:r>
          </a:p>
          <a:p>
            <a:pPr lvl="2"/>
            <a:r>
              <a:rPr lang="en-US"/>
              <a:t>Third level</a:t>
            </a:r>
          </a:p>
        </p:txBody>
      </p:sp>
      <p:sp>
        <p:nvSpPr>
          <p:cNvPr id="7" name="Text Placeholder 9">
            <a:extLst>
              <a:ext uri="{FF2B5EF4-FFF2-40B4-BE49-F238E27FC236}">
                <a16:creationId xmlns:a16="http://schemas.microsoft.com/office/drawing/2014/main" id="{E665900D-2933-1A3B-B4E5-B10607952514}"/>
              </a:ext>
            </a:extLst>
          </p:cNvPr>
          <p:cNvSpPr>
            <a:spLocks noGrp="1"/>
          </p:cNvSpPr>
          <p:nvPr>
            <p:ph type="body" sz="quarter" idx="15" hasCustomPrompt="1"/>
          </p:nvPr>
        </p:nvSpPr>
        <p:spPr>
          <a:xfrm>
            <a:off x="6645272" y="6135468"/>
            <a:ext cx="514826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lvl1pPr>
              <a:defRPr>
                <a:solidFill>
                  <a:schemeClr val="bg1"/>
                </a:solidFill>
              </a:defRPr>
            </a:lvl1pPr>
          </a:lstStyle>
          <a:p>
            <a:fld id="{7AF2EC71-44F6-4B77-B563-02DEC0B04E17}"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79286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Graphic">
    <p:bg>
      <p:bgPr>
        <a:solidFill>
          <a:schemeClr val="bg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CDC8C46-78EE-78B9-C1FD-850A29E6CC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24139" t="20420" r="37320" b="4519"/>
          <a:stretch/>
        </p:blipFill>
        <p:spPr>
          <a:xfrm flipH="1" flipV="1">
            <a:off x="6096000" y="0"/>
            <a:ext cx="6096000" cy="6857998"/>
          </a:xfrm>
          <a:prstGeom prst="rect">
            <a:avLst/>
          </a:prstGeom>
        </p:spPr>
      </p:pic>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489108" y="1502727"/>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US"/>
              <a:t>Click to edit Master text styles</a:t>
            </a:r>
          </a:p>
          <a:p>
            <a:pPr lvl="1"/>
            <a:r>
              <a:rPr lang="en-US"/>
              <a:t>Second level</a:t>
            </a:r>
          </a:p>
          <a:p>
            <a:pPr lvl="2"/>
            <a:r>
              <a:rPr lang="en-US"/>
              <a:t>Third level</a:t>
            </a:r>
          </a:p>
        </p:txBody>
      </p:sp>
      <p:sp>
        <p:nvSpPr>
          <p:cNvPr id="7" name="Text Placeholder 9">
            <a:extLst>
              <a:ext uri="{FF2B5EF4-FFF2-40B4-BE49-F238E27FC236}">
                <a16:creationId xmlns:a16="http://schemas.microsoft.com/office/drawing/2014/main" id="{5A7562EC-918E-EFF9-31DE-6468899B503B}"/>
              </a:ext>
            </a:extLst>
          </p:cNvPr>
          <p:cNvSpPr>
            <a:spLocks noGrp="1"/>
          </p:cNvSpPr>
          <p:nvPr>
            <p:ph type="body" sz="quarter" idx="15" hasCustomPrompt="1"/>
          </p:nvPr>
        </p:nvSpPr>
        <p:spPr>
          <a:xfrm>
            <a:off x="382586" y="6135468"/>
            <a:ext cx="5254785"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p>
            <a:fld id="{5C2E20A6-D279-487E-B6BA-8D3D5A5C6646}"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5387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59939A4-CBAD-3014-493A-DEA795D37320}"/>
              </a:ext>
            </a:extLst>
          </p:cNvPr>
          <p:cNvSpPr>
            <a:spLocks noGrp="1"/>
          </p:cNvSpPr>
          <p:nvPr>
            <p:ph type="pic" sz="quarter" idx="13"/>
          </p:nvPr>
        </p:nvSpPr>
        <p:spPr>
          <a:xfrm>
            <a:off x="0" y="0"/>
            <a:ext cx="12192000" cy="2672557"/>
          </a:xfrm>
        </p:spPr>
        <p:txBody>
          <a:bodyPr/>
          <a:lstStyle/>
          <a:p>
            <a:r>
              <a:rPr lang="en-US"/>
              <a:t>Click icon to add picture</a:t>
            </a:r>
            <a:endParaRPr lang="en-GB"/>
          </a:p>
        </p:txBody>
      </p:sp>
      <p:sp>
        <p:nvSpPr>
          <p:cNvPr id="16" name="Text Placeholder 15">
            <a:extLst>
              <a:ext uri="{FF2B5EF4-FFF2-40B4-BE49-F238E27FC236}">
                <a16:creationId xmlns:a16="http://schemas.microsoft.com/office/drawing/2014/main" id="{2D508739-B06E-08EF-E5F0-E4E96E4FD38A}"/>
              </a:ext>
            </a:extLst>
          </p:cNvPr>
          <p:cNvSpPr>
            <a:spLocks noGrp="1"/>
          </p:cNvSpPr>
          <p:nvPr>
            <p:ph type="body" sz="quarter" idx="14"/>
          </p:nvPr>
        </p:nvSpPr>
        <p:spPr>
          <a:xfrm>
            <a:off x="382588" y="3142527"/>
            <a:ext cx="11410950" cy="2950298"/>
          </a:xfrm>
        </p:spPr>
        <p:txBody>
          <a:bodyPr anchor="ctr"/>
          <a:lstStyle>
            <a:lvl1pPr algn="ctr">
              <a:lnSpc>
                <a:spcPct val="90000"/>
              </a:lnSpc>
              <a:spcAft>
                <a:spcPts val="600"/>
              </a:spcAft>
              <a:defRPr sz="5400">
                <a:solidFill>
                  <a:schemeClr val="tx1"/>
                </a:solidFill>
              </a:defRPr>
            </a:lvl1pPr>
            <a:lvl2pPr algn="ctr">
              <a:defRPr sz="2400">
                <a:solidFill>
                  <a:schemeClr val="tx1"/>
                </a:solidFill>
              </a:defRPr>
            </a:lvl2pPr>
            <a:lvl3pPr marL="0" indent="0">
              <a:buNone/>
              <a:defRPr/>
            </a:lvl3pPr>
          </a:lstStyle>
          <a:p>
            <a:pPr lvl="0"/>
            <a:r>
              <a:rPr lang="en-US"/>
              <a:t>Click to edit Master text styles</a:t>
            </a:r>
          </a:p>
          <a:p>
            <a:pPr lvl="1"/>
            <a:r>
              <a:rPr lang="en-US"/>
              <a:t>Second level</a:t>
            </a:r>
          </a:p>
        </p:txBody>
      </p:sp>
      <p:sp>
        <p:nvSpPr>
          <p:cNvPr id="6" name="Text Placeholder 9">
            <a:extLst>
              <a:ext uri="{FF2B5EF4-FFF2-40B4-BE49-F238E27FC236}">
                <a16:creationId xmlns:a16="http://schemas.microsoft.com/office/drawing/2014/main" id="{E71A8715-80D0-471B-3625-626F9594F6C9}"/>
              </a:ext>
            </a:extLst>
          </p:cNvPr>
          <p:cNvSpPr>
            <a:spLocks noGrp="1"/>
          </p:cNvSpPr>
          <p:nvPr>
            <p:ph type="body" sz="quarter" idx="15"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9862227F-189B-731B-D249-97731B04F81A}"/>
              </a:ext>
            </a:extLst>
          </p:cNvPr>
          <p:cNvSpPr>
            <a:spLocks noGrp="1"/>
          </p:cNvSpPr>
          <p:nvPr>
            <p:ph type="dt" sz="half" idx="12"/>
          </p:nvPr>
        </p:nvSpPr>
        <p:spPr/>
        <p:txBody>
          <a:bodyPr/>
          <a:lstStyle/>
          <a:p>
            <a:fld id="{F5DC3E29-FC20-4DEC-A8BD-FE3435ABEA57}" type="datetime3">
              <a:rPr lang="en-GB" smtClean="0"/>
              <a:t>3 August, 2026</a:t>
            </a:fld>
            <a:endParaRPr lang="en-GB"/>
          </a:p>
        </p:txBody>
      </p:sp>
      <p:sp>
        <p:nvSpPr>
          <p:cNvPr id="3" name="Footer Placeholder 2">
            <a:extLst>
              <a:ext uri="{FF2B5EF4-FFF2-40B4-BE49-F238E27FC236}">
                <a16:creationId xmlns:a16="http://schemas.microsoft.com/office/drawing/2014/main" id="{13E88FD4-F5DD-A610-093E-03694871DD5E}"/>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DDC8499C-4A44-CD9E-8887-D84ED74B6E4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71331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am Slide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US"/>
              <a:t>Click to edit Master title style</a:t>
            </a:r>
            <a:endParaRPr lang="en-GB"/>
          </a:p>
        </p:txBody>
      </p:sp>
      <p:sp>
        <p:nvSpPr>
          <p:cNvPr id="13" name="Picture Placeholder 37">
            <a:extLst>
              <a:ext uri="{FF2B5EF4-FFF2-40B4-BE49-F238E27FC236}">
                <a16:creationId xmlns:a16="http://schemas.microsoft.com/office/drawing/2014/main" id="{150D1E2A-826F-D064-34F1-0BCE767BAF69}"/>
              </a:ext>
            </a:extLst>
          </p:cNvPr>
          <p:cNvSpPr>
            <a:spLocks noGrp="1"/>
          </p:cNvSpPr>
          <p:nvPr>
            <p:ph type="pic" sz="quarter" idx="35"/>
          </p:nvPr>
        </p:nvSpPr>
        <p:spPr>
          <a:xfrm>
            <a:off x="382586"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US"/>
              <a:t>Click icon to add picture</a:t>
            </a:r>
            <a:endParaRPr lang="en-GB"/>
          </a:p>
        </p:txBody>
      </p:sp>
      <p:sp>
        <p:nvSpPr>
          <p:cNvPr id="22" name="Text Placeholder 21">
            <a:extLst>
              <a:ext uri="{FF2B5EF4-FFF2-40B4-BE49-F238E27FC236}">
                <a16:creationId xmlns:a16="http://schemas.microsoft.com/office/drawing/2014/main" id="{6A65733F-76D0-12BA-0735-F3BEB13050A9}"/>
              </a:ext>
            </a:extLst>
          </p:cNvPr>
          <p:cNvSpPr>
            <a:spLocks noGrp="1"/>
          </p:cNvSpPr>
          <p:nvPr>
            <p:ph type="body" sz="quarter" idx="40"/>
          </p:nvPr>
        </p:nvSpPr>
        <p:spPr>
          <a:xfrm>
            <a:off x="2453364"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Picture Placeholder 32">
            <a:extLst>
              <a:ext uri="{FF2B5EF4-FFF2-40B4-BE49-F238E27FC236}">
                <a16:creationId xmlns:a16="http://schemas.microsoft.com/office/drawing/2014/main" id="{52808A5B-AD54-4EA5-6C44-777412FD7C5E}"/>
              </a:ext>
            </a:extLst>
          </p:cNvPr>
          <p:cNvSpPr>
            <a:spLocks noGrp="1"/>
          </p:cNvSpPr>
          <p:nvPr>
            <p:ph type="pic" sz="quarter" idx="32"/>
          </p:nvPr>
        </p:nvSpPr>
        <p:spPr>
          <a:xfrm>
            <a:off x="6180139"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US"/>
              <a:t>Click icon to add picture</a:t>
            </a:r>
            <a:endParaRPr lang="en-GB"/>
          </a:p>
        </p:txBody>
      </p:sp>
      <p:sp>
        <p:nvSpPr>
          <p:cNvPr id="24" name="Text Placeholder 23">
            <a:extLst>
              <a:ext uri="{FF2B5EF4-FFF2-40B4-BE49-F238E27FC236}">
                <a16:creationId xmlns:a16="http://schemas.microsoft.com/office/drawing/2014/main" id="{A9703B0E-7A0D-BEEF-B418-7E873031C632}"/>
              </a:ext>
            </a:extLst>
          </p:cNvPr>
          <p:cNvSpPr>
            <a:spLocks noGrp="1"/>
          </p:cNvSpPr>
          <p:nvPr>
            <p:ph type="body" sz="quarter" idx="42"/>
          </p:nvPr>
        </p:nvSpPr>
        <p:spPr>
          <a:xfrm>
            <a:off x="8237792"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Picture Placeholder 41">
            <a:extLst>
              <a:ext uri="{FF2B5EF4-FFF2-40B4-BE49-F238E27FC236}">
                <a16:creationId xmlns:a16="http://schemas.microsoft.com/office/drawing/2014/main" id="{5F13C956-C13D-9712-7D6C-F3AE7F742D8E}"/>
              </a:ext>
            </a:extLst>
          </p:cNvPr>
          <p:cNvSpPr>
            <a:spLocks noGrp="1"/>
          </p:cNvSpPr>
          <p:nvPr>
            <p:ph type="pic" sz="quarter" idx="39"/>
          </p:nvPr>
        </p:nvSpPr>
        <p:spPr>
          <a:xfrm>
            <a:off x="382586"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US"/>
              <a:t>Click icon to add picture</a:t>
            </a:r>
            <a:endParaRPr lang="en-GB"/>
          </a:p>
        </p:txBody>
      </p:sp>
      <p:sp>
        <p:nvSpPr>
          <p:cNvPr id="23" name="Text Placeholder 22">
            <a:extLst>
              <a:ext uri="{FF2B5EF4-FFF2-40B4-BE49-F238E27FC236}">
                <a16:creationId xmlns:a16="http://schemas.microsoft.com/office/drawing/2014/main" id="{69CA158F-8B43-966B-6008-4D0D51BBE85B}"/>
              </a:ext>
            </a:extLst>
          </p:cNvPr>
          <p:cNvSpPr>
            <a:spLocks noGrp="1"/>
          </p:cNvSpPr>
          <p:nvPr>
            <p:ph type="body" sz="quarter" idx="41"/>
          </p:nvPr>
        </p:nvSpPr>
        <p:spPr>
          <a:xfrm>
            <a:off x="2453364"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Picture Placeholder 39">
            <a:extLst>
              <a:ext uri="{FF2B5EF4-FFF2-40B4-BE49-F238E27FC236}">
                <a16:creationId xmlns:a16="http://schemas.microsoft.com/office/drawing/2014/main" id="{594C5E70-2EB4-5177-332C-384ACAF9D1A8}"/>
              </a:ext>
            </a:extLst>
          </p:cNvPr>
          <p:cNvSpPr>
            <a:spLocks noGrp="1"/>
          </p:cNvSpPr>
          <p:nvPr>
            <p:ph type="pic" sz="quarter" idx="37"/>
          </p:nvPr>
        </p:nvSpPr>
        <p:spPr>
          <a:xfrm>
            <a:off x="6180139"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US"/>
              <a:t>Click icon to add picture</a:t>
            </a:r>
            <a:endParaRPr lang="en-GB"/>
          </a:p>
        </p:txBody>
      </p:sp>
      <p:sp>
        <p:nvSpPr>
          <p:cNvPr id="25" name="Text Placeholder 24">
            <a:extLst>
              <a:ext uri="{FF2B5EF4-FFF2-40B4-BE49-F238E27FC236}">
                <a16:creationId xmlns:a16="http://schemas.microsoft.com/office/drawing/2014/main" id="{7B113870-20C7-72CF-9D6C-AC28C03DDDB5}"/>
              </a:ext>
            </a:extLst>
          </p:cNvPr>
          <p:cNvSpPr>
            <a:spLocks noGrp="1"/>
          </p:cNvSpPr>
          <p:nvPr>
            <p:ph type="body" sz="quarter" idx="43"/>
          </p:nvPr>
        </p:nvSpPr>
        <p:spPr>
          <a:xfrm>
            <a:off x="8237792"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9">
            <a:extLst>
              <a:ext uri="{FF2B5EF4-FFF2-40B4-BE49-F238E27FC236}">
                <a16:creationId xmlns:a16="http://schemas.microsoft.com/office/drawing/2014/main" id="{A56F15F3-E97E-9CD7-6F64-4988071CA2C0}"/>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9509AC16-4597-4703-88D6-BCD7199FEFD1}"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4D1132E4-8AE8-F6F3-A0B6-F5C92246F212}"/>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colours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88863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58C5546-A39E-4455-2571-16F2A048D7E4}"/>
              </a:ext>
            </a:extLst>
          </p:cNvPr>
          <p:cNvSpPr>
            <a:spLocks noGrp="1"/>
          </p:cNvSpPr>
          <p:nvPr>
            <p:ph type="title"/>
          </p:nvPr>
        </p:nvSpPr>
        <p:spPr/>
        <p:txBody>
          <a:bodyPr vert="horz"/>
          <a:lstStyle/>
          <a:p>
            <a:r>
              <a:rPr lang="en-US"/>
              <a:t>Click to edit Master title style</a:t>
            </a:r>
            <a:endParaRPr lang="en-GB"/>
          </a:p>
        </p:txBody>
      </p:sp>
      <p:sp>
        <p:nvSpPr>
          <p:cNvPr id="2" name="Text Placeholder 9">
            <a:extLst>
              <a:ext uri="{FF2B5EF4-FFF2-40B4-BE49-F238E27FC236}">
                <a16:creationId xmlns:a16="http://schemas.microsoft.com/office/drawing/2014/main" id="{1FF9F1A9-55B6-0E82-104A-5B94805416EE}"/>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9249EE7A-E6BC-4FBE-8E14-1F37D5EBA44D}"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07401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FDC861E3-BD6E-4D0A-8AE3-00F2F1CB5275}"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512373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3337699" y="1251945"/>
            <a:ext cx="5516574" cy="1670522"/>
          </a:xfrm>
          <a:prstGeom prst="rect">
            <a:avLst/>
          </a:prstGeom>
          <a:noFill/>
        </p:spPr>
        <p:txBody>
          <a:bodyPr wrap="none" lIns="0" tIns="0" rIns="0" bIns="0" rtlCol="0" anchor="b">
            <a:spAutoFit/>
          </a:bodyPr>
          <a:lstStyle/>
          <a:p>
            <a:pPr marL="0" marR="0" indent="0" algn="ctr" defTabSz="914400"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002891" y="2963458"/>
            <a:ext cx="8186215" cy="1477328"/>
          </a:xfrm>
          <a:prstGeom prst="rect">
            <a:avLst/>
          </a:prstGeom>
          <a:noFill/>
        </p:spPr>
        <p:txBody>
          <a:bodyPr wrap="none" lIns="0" tIns="0" rIns="0" bIns="0" rtlCol="0">
            <a:spAutoFit/>
          </a:bodyPr>
          <a:lstStyle/>
          <a:p>
            <a:pPr marL="0" marR="0" indent="0" algn="ctr" defTabSz="914400"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660788" y="5172703"/>
            <a:ext cx="6870472" cy="276999"/>
          </a:xfrm>
          <a:prstGeom prst="rect">
            <a:avLst/>
          </a:prstGeom>
          <a:noFill/>
        </p:spPr>
        <p:txBody>
          <a:bodyPr wrap="none" lIns="0" tIns="0" rIns="0" bIns="0" rtlCol="0">
            <a:spAutoFit/>
          </a:bodyPr>
          <a:lstStyle/>
          <a:p>
            <a:pPr marL="0" marR="0" indent="0" algn="ctr" defTabSz="914400"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29625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Full blee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77D942-9A9A-46E5-40A2-3F0F26A49BC4}"/>
              </a:ext>
              <a:ext uri="{C183D7F6-B498-43B3-948B-1728B52AA6E4}">
                <adec:decorative xmlns:adec="http://schemas.microsoft.com/office/drawing/2017/decorative" val="1"/>
              </a:ext>
            </a:extLst>
          </p:cNvPr>
          <p:cNvSpPr/>
          <p:nvPr userDrawn="1"/>
        </p:nvSpPr>
        <p:spPr>
          <a:xfrm>
            <a:off x="0" y="0"/>
            <a:ext cx="12192000" cy="3393325"/>
          </a:xfrm>
          <a:prstGeom prst="rect">
            <a:avLst/>
          </a:prstGeom>
          <a:gradFill>
            <a:gsLst>
              <a:gs pos="1000">
                <a:schemeClr val="bg1">
                  <a:alpha val="62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Tree>
    <p:extLst>
      <p:ext uri="{BB962C8B-B14F-4D97-AF65-F5344CB8AC3E}">
        <p14:creationId xmlns:p14="http://schemas.microsoft.com/office/powerpoint/2010/main" val="294726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lide (Pattern 01)">
    <p:bg>
      <p:bgPr>
        <a:solidFill>
          <a:srgbClr val="11B67A"/>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00310A-6FD5-072E-5093-6401F2B8DF11}"/>
              </a:ext>
              <a:ext uri="{C183D7F6-B498-43B3-948B-1728B52AA6E4}">
                <adec:decorative xmlns:adec="http://schemas.microsoft.com/office/drawing/2017/decorative" val="1"/>
              </a:ext>
            </a:extLst>
          </p:cNvPr>
          <p:cNvSpPr/>
          <p:nvPr userDrawn="1"/>
        </p:nvSpPr>
        <p:spPr>
          <a:xfrm>
            <a:off x="6807518" y="30813"/>
            <a:ext cx="5384482" cy="6827189"/>
          </a:xfrm>
          <a:custGeom>
            <a:avLst/>
            <a:gdLst>
              <a:gd name="connsiteX0" fmla="*/ 5384482 w 5384482"/>
              <a:gd name="connsiteY0" fmla="*/ 0 h 6827189"/>
              <a:gd name="connsiteX1" fmla="*/ 5384482 w 5384482"/>
              <a:gd name="connsiteY1" fmla="*/ 2442051 h 6827189"/>
              <a:gd name="connsiteX2" fmla="*/ 5292182 w 5384482"/>
              <a:gd name="connsiteY2" fmla="*/ 2543613 h 6827189"/>
              <a:gd name="connsiteX3" fmla="*/ 4076538 w 5384482"/>
              <a:gd name="connsiteY3" fmla="*/ 6600244 h 6827189"/>
              <a:gd name="connsiteX4" fmla="*/ 2582476 w 5384482"/>
              <a:gd name="connsiteY4" fmla="*/ 4314003 h 6827189"/>
              <a:gd name="connsiteX5" fmla="*/ 1066277 w 5384482"/>
              <a:gd name="connsiteY5" fmla="*/ 6637057 h 6827189"/>
              <a:gd name="connsiteX6" fmla="*/ 1009989 w 5384482"/>
              <a:gd name="connsiteY6" fmla="*/ 6827189 h 6827189"/>
              <a:gd name="connsiteX7" fmla="*/ 0 w 5384482"/>
              <a:gd name="connsiteY7" fmla="*/ 6827189 h 6827189"/>
              <a:gd name="connsiteX8" fmla="*/ 11499 w 5384482"/>
              <a:gd name="connsiteY8" fmla="*/ 6464569 h 6827189"/>
              <a:gd name="connsiteX9" fmla="*/ 5011711 w 5384482"/>
              <a:gd name="connsiteY9" fmla="*/ 152841 h 682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4482" h="6827189">
                <a:moveTo>
                  <a:pt x="5384482" y="0"/>
                </a:moveTo>
                <a:lnTo>
                  <a:pt x="5384482" y="2442051"/>
                </a:lnTo>
                <a:lnTo>
                  <a:pt x="5292182" y="2543613"/>
                </a:lnTo>
                <a:cubicBezTo>
                  <a:pt x="4383958" y="3600892"/>
                  <a:pt x="3887904" y="4964383"/>
                  <a:pt x="4076538" y="6600244"/>
                </a:cubicBezTo>
                <a:cubicBezTo>
                  <a:pt x="3227190" y="5992113"/>
                  <a:pt x="2806380" y="5114502"/>
                  <a:pt x="2582476" y="4314003"/>
                </a:cubicBezTo>
                <a:cubicBezTo>
                  <a:pt x="1903321" y="4816303"/>
                  <a:pt x="1389142" y="5646798"/>
                  <a:pt x="1066277" y="6637057"/>
                </a:cubicBezTo>
                <a:lnTo>
                  <a:pt x="1009989" y="6827189"/>
                </a:lnTo>
                <a:lnTo>
                  <a:pt x="0" y="6827189"/>
                </a:lnTo>
                <a:lnTo>
                  <a:pt x="11499" y="6464569"/>
                </a:lnTo>
                <a:cubicBezTo>
                  <a:pt x="179272" y="3686095"/>
                  <a:pt x="2150889" y="1398452"/>
                  <a:pt x="5011711" y="152841"/>
                </a:cubicBezTo>
                <a:close/>
              </a:path>
            </a:pathLst>
          </a:custGeom>
          <a:solidFill>
            <a:srgbClr val="6CF479"/>
          </a:solidFill>
          <a:ln w="0" cap="flat">
            <a:noFill/>
            <a:prstDash val="solid"/>
            <a:miter/>
          </a:ln>
        </p:spPr>
        <p:txBody>
          <a:bodyPr wrap="square" rtlCol="0" anchor="ctr">
            <a:noAutofit/>
          </a:bodyPr>
          <a:lstStyle/>
          <a:p>
            <a:endParaRPr lang="en-GB"/>
          </a:p>
        </p:txBody>
      </p:sp>
      <p:pic>
        <p:nvPicPr>
          <p:cNvPr id="5" name="Graphic 4" descr="Lloyds Banking Group logo">
            <a:extLst>
              <a:ext uri="{FF2B5EF4-FFF2-40B4-BE49-F238E27FC236}">
                <a16:creationId xmlns:a16="http://schemas.microsoft.com/office/drawing/2014/main" id="{1FD95BB2-B6B9-2639-1826-3AB53983EE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40" name="Title 14">
            <a:extLst>
              <a:ext uri="{FF2B5EF4-FFF2-40B4-BE49-F238E27FC236}">
                <a16:creationId xmlns:a16="http://schemas.microsoft.com/office/drawing/2014/main" id="{B6FAFA17-677E-B803-2E6C-456CFBDE629B}"/>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39" name="Text Placeholder 3">
            <a:extLst>
              <a:ext uri="{FF2B5EF4-FFF2-40B4-BE49-F238E27FC236}">
                <a16:creationId xmlns:a16="http://schemas.microsoft.com/office/drawing/2014/main" id="{76B6223B-C824-CE71-7DD2-F9A6CD6AE079}"/>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tx1"/>
                </a:solidFill>
              </a:defRPr>
            </a:lvl1pPr>
          </a:lstStyle>
          <a:p>
            <a:pPr lvl="0"/>
            <a:r>
              <a:rPr lang="en-GB"/>
              <a:t>Click to edit Master text styles</a:t>
            </a:r>
          </a:p>
        </p:txBody>
      </p:sp>
      <p:sp>
        <p:nvSpPr>
          <p:cNvPr id="9" name="Date Placeholder 4">
            <a:extLst>
              <a:ext uri="{FF2B5EF4-FFF2-40B4-BE49-F238E27FC236}">
                <a16:creationId xmlns:a16="http://schemas.microsoft.com/office/drawing/2014/main" id="{A1F128EB-58EE-97F8-1BFD-208F88D8C752}"/>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147A310B-6144-4DAF-8BDB-A887EAE8D24F}"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48344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lide (Pattern 02)">
    <p:bg>
      <p:bgPr>
        <a:solidFill>
          <a:srgbClr val="006A4D"/>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0BAE79C-80E4-9C50-50CC-E7CAE35A6DB9}"/>
              </a:ext>
              <a:ext uri="{C183D7F6-B498-43B3-948B-1728B52AA6E4}">
                <adec:decorative xmlns:adec="http://schemas.microsoft.com/office/drawing/2017/decorative" val="1"/>
              </a:ext>
            </a:extLst>
          </p:cNvPr>
          <p:cNvSpPr/>
          <p:nvPr/>
        </p:nvSpPr>
        <p:spPr>
          <a:xfrm rot="16200000">
            <a:off x="5932746" y="598746"/>
            <a:ext cx="6863839" cy="5654669"/>
          </a:xfrm>
          <a:custGeom>
            <a:avLst/>
            <a:gdLst>
              <a:gd name="connsiteX0" fmla="*/ 6863839 w 6863839"/>
              <a:gd name="connsiteY0" fmla="*/ 1044693 h 5654669"/>
              <a:gd name="connsiteX1" fmla="*/ 6863839 w 6863839"/>
              <a:gd name="connsiteY1" fmla="*/ 5654669 h 5654669"/>
              <a:gd name="connsiteX2" fmla="*/ 5334051 w 6863839"/>
              <a:gd name="connsiteY2" fmla="*/ 5654669 h 5654669"/>
              <a:gd name="connsiteX3" fmla="*/ 5335786 w 6863839"/>
              <a:gd name="connsiteY3" fmla="*/ 5651484 h 5654669"/>
              <a:gd name="connsiteX4" fmla="*/ 5463273 w 6863839"/>
              <a:gd name="connsiteY4" fmla="*/ 4972474 h 5654669"/>
              <a:gd name="connsiteX5" fmla="*/ 4115919 w 6863839"/>
              <a:gd name="connsiteY5" fmla="*/ 4162776 h 5654669"/>
              <a:gd name="connsiteX6" fmla="*/ 3190007 w 6863839"/>
              <a:gd name="connsiteY6" fmla="*/ 4923920 h 5654669"/>
              <a:gd name="connsiteX7" fmla="*/ 3072134 w 6863839"/>
              <a:gd name="connsiteY7" fmla="*/ 3534852 h 5654669"/>
              <a:gd name="connsiteX8" fmla="*/ 3070447 w 6863839"/>
              <a:gd name="connsiteY8" fmla="*/ 3526396 h 5654669"/>
              <a:gd name="connsiteX9" fmla="*/ 119279 w 6863839"/>
              <a:gd name="connsiteY9" fmla="*/ 5543184 h 5654669"/>
              <a:gd name="connsiteX10" fmla="*/ 0 w 6863839"/>
              <a:gd name="connsiteY10" fmla="*/ 5589550 h 5654669"/>
              <a:gd name="connsiteX11" fmla="*/ 0 w 6863839"/>
              <a:gd name="connsiteY11" fmla="*/ 3119143 h 5654669"/>
              <a:gd name="connsiteX12" fmla="*/ 96697 w 6863839"/>
              <a:gd name="connsiteY12" fmla="*/ 3052260 h 5654669"/>
              <a:gd name="connsiteX13" fmla="*/ 4032513 w 6863839"/>
              <a:gd name="connsiteY13" fmla="*/ 67165 h 5654669"/>
              <a:gd name="connsiteX14" fmla="*/ 6863839 w 6863839"/>
              <a:gd name="connsiteY14" fmla="*/ 1044693 h 565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63839" h="5654669">
                <a:moveTo>
                  <a:pt x="6863839" y="1044693"/>
                </a:moveTo>
                <a:lnTo>
                  <a:pt x="6863839" y="5654669"/>
                </a:lnTo>
                <a:lnTo>
                  <a:pt x="5334051" y="5654669"/>
                </a:lnTo>
                <a:lnTo>
                  <a:pt x="5335786" y="5651484"/>
                </a:lnTo>
                <a:cubicBezTo>
                  <a:pt x="5450360" y="5420486"/>
                  <a:pt x="5506528" y="5189216"/>
                  <a:pt x="5463273" y="4972474"/>
                </a:cubicBezTo>
                <a:cubicBezTo>
                  <a:pt x="5354092" y="4425464"/>
                  <a:pt x="4806153" y="4025019"/>
                  <a:pt x="4115919" y="4162776"/>
                </a:cubicBezTo>
                <a:cubicBezTo>
                  <a:pt x="3714098" y="4242974"/>
                  <a:pt x="3307645" y="4507442"/>
                  <a:pt x="3190007" y="4923920"/>
                </a:cubicBezTo>
                <a:cubicBezTo>
                  <a:pt x="2757851" y="4726396"/>
                  <a:pt x="2578261" y="4033977"/>
                  <a:pt x="3072134" y="3534852"/>
                </a:cubicBezTo>
                <a:lnTo>
                  <a:pt x="3070447" y="3526396"/>
                </a:lnTo>
                <a:cubicBezTo>
                  <a:pt x="1884745" y="3763056"/>
                  <a:pt x="1235648" y="5042001"/>
                  <a:pt x="119279" y="5543184"/>
                </a:cubicBezTo>
                <a:lnTo>
                  <a:pt x="0" y="5589550"/>
                </a:lnTo>
                <a:lnTo>
                  <a:pt x="0" y="3119143"/>
                </a:lnTo>
                <a:lnTo>
                  <a:pt x="96697" y="3052260"/>
                </a:lnTo>
                <a:cubicBezTo>
                  <a:pt x="1138473" y="2245439"/>
                  <a:pt x="2100097" y="452853"/>
                  <a:pt x="4032513" y="67165"/>
                </a:cubicBezTo>
                <a:cubicBezTo>
                  <a:pt x="5248670" y="-175563"/>
                  <a:pt x="6233389" y="260012"/>
                  <a:pt x="6863839" y="1044693"/>
                </a:cubicBezTo>
                <a:close/>
              </a:path>
            </a:pathLst>
          </a:custGeom>
          <a:solidFill>
            <a:schemeClr val="tx1"/>
          </a:solidFill>
          <a:ln w="0" cap="flat">
            <a:noFill/>
            <a:prstDash val="solid"/>
            <a:miter/>
          </a:ln>
        </p:spPr>
        <p:txBody>
          <a:bodyPr rtlCol="0" anchor="ctr"/>
          <a:lstStyle/>
          <a:p>
            <a:endParaRPr lang="en-GB"/>
          </a:p>
        </p:txBody>
      </p:sp>
      <p:pic>
        <p:nvPicPr>
          <p:cNvPr id="6" name="Graphic 5" descr="Lloyds Banking Group logo">
            <a:extLst>
              <a:ext uri="{FF2B5EF4-FFF2-40B4-BE49-F238E27FC236}">
                <a16:creationId xmlns:a16="http://schemas.microsoft.com/office/drawing/2014/main" id="{562025A7-4E7B-BEB8-F588-D686A44394A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11" name="Title 14">
            <a:extLst>
              <a:ext uri="{FF2B5EF4-FFF2-40B4-BE49-F238E27FC236}">
                <a16:creationId xmlns:a16="http://schemas.microsoft.com/office/drawing/2014/main" id="{7F63FC19-0049-335A-1512-9ED29668D051}"/>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bg1"/>
                </a:solidFill>
                <a:latin typeface="GT Ultra Median Lloyds Black" panose="020B0604020202020204" charset="0"/>
              </a:defRPr>
            </a:lvl1pPr>
          </a:lstStyle>
          <a:p>
            <a:r>
              <a:rPr lang="en-GB"/>
              <a:t>Click to edit Master title style</a:t>
            </a:r>
          </a:p>
        </p:txBody>
      </p:sp>
      <p:sp>
        <p:nvSpPr>
          <p:cNvPr id="10" name="Text Placeholder 3">
            <a:extLst>
              <a:ext uri="{FF2B5EF4-FFF2-40B4-BE49-F238E27FC236}">
                <a16:creationId xmlns:a16="http://schemas.microsoft.com/office/drawing/2014/main" id="{BA563372-E422-BD5A-2885-C8B29415B5AB}"/>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2084B48-07B0-E83D-4365-996F7A8E405D}"/>
              </a:ext>
            </a:extLst>
          </p:cNvPr>
          <p:cNvSpPr>
            <a:spLocks noGrp="1"/>
          </p:cNvSpPr>
          <p:nvPr>
            <p:ph type="dt" sz="half" idx="12"/>
          </p:nvPr>
        </p:nvSpPr>
        <p:spPr/>
        <p:txBody>
          <a:bodyPr/>
          <a:lstStyle>
            <a:lvl1pPr>
              <a:defRPr>
                <a:solidFill>
                  <a:schemeClr val="bg1"/>
                </a:solidFill>
              </a:defRPr>
            </a:lvl1pPr>
          </a:lstStyle>
          <a:p>
            <a:fld id="{EEA0D3B0-A935-4A9C-83B8-A65E38C9F618}"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47746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49"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67430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1"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5967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1"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63365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0"/>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79"/>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14968BD0-970F-4068-9F7C-5324270A0D6B}"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216055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lide (Image panel)">
    <p:bg>
      <p:bgPr>
        <a:solidFill>
          <a:schemeClr val="bg1"/>
        </a:solidFill>
        <a:effectLst/>
      </p:bgPr>
    </p:bg>
    <p:spTree>
      <p:nvGrpSpPr>
        <p:cNvPr id="1" name=""/>
        <p:cNvGrpSpPr/>
        <p:nvPr/>
      </p:nvGrpSpPr>
      <p:grpSpPr>
        <a:xfrm>
          <a:off x="0" y="0"/>
          <a:ext cx="0" cy="0"/>
          <a:chOff x="0" y="0"/>
          <a:chExt cx="0" cy="0"/>
        </a:xfrm>
      </p:grpSpPr>
      <p:pic>
        <p:nvPicPr>
          <p:cNvPr id="14" name="Graphic 13" descr="Lloyds Banking Group logo">
            <a:extLst>
              <a:ext uri="{FF2B5EF4-FFF2-40B4-BE49-F238E27FC236}">
                <a16:creationId xmlns:a16="http://schemas.microsoft.com/office/drawing/2014/main" id="{D582348C-7692-F2C1-83E3-367A607F315A}"/>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GB"/>
              <a:t>Click to edit Master text styles</a:t>
            </a:r>
          </a:p>
        </p:txBody>
      </p:sp>
      <p:sp>
        <p:nvSpPr>
          <p:cNvPr id="7" name="Picture Placeholder 6">
            <a:extLst>
              <a:ext uri="{FF2B5EF4-FFF2-40B4-BE49-F238E27FC236}">
                <a16:creationId xmlns:a16="http://schemas.microsoft.com/office/drawing/2014/main" id="{17CA09D6-92BC-53CA-6F36-90FD65F4E859}"/>
              </a:ext>
            </a:extLst>
          </p:cNvPr>
          <p:cNvSpPr>
            <a:spLocks noGrp="1"/>
          </p:cNvSpPr>
          <p:nvPr>
            <p:ph type="pic" sz="quarter" idx="13"/>
          </p:nvPr>
        </p:nvSpPr>
        <p:spPr>
          <a:xfrm>
            <a:off x="6096000" y="0"/>
            <a:ext cx="6096000" cy="6858000"/>
          </a:xfrm>
          <a:noFill/>
        </p:spPr>
        <p:txBody>
          <a:bodyPr/>
          <a:lstStyle/>
          <a:p>
            <a:r>
              <a:rPr lang="en-GB"/>
              <a:t>Click icon to add picture</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83ECB52E-8432-4F09-9CC9-668D71B36CEE}" type="datetime3">
              <a:rPr lang="en-GB" smtClean="0"/>
              <a:t>3 August, 2026</a:t>
            </a:fld>
            <a:endParaRPr lang="en-GB"/>
          </a:p>
        </p:txBody>
      </p:sp>
      <p:sp>
        <p:nvSpPr>
          <p:cNvPr id="2" name="Rectangle 1">
            <a:extLst>
              <a:ext uri="{FF2B5EF4-FFF2-40B4-BE49-F238E27FC236}">
                <a16:creationId xmlns:a16="http://schemas.microsoft.com/office/drawing/2014/main" id="{76F44CA1-EEE8-DE50-D202-9C926B9CA67C}"/>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6742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lide (Colour)">
    <p:bg>
      <p:bgPr>
        <a:solidFill>
          <a:schemeClr val="bg1"/>
        </a:solidFill>
        <a:effectLst/>
      </p:bgPr>
    </p:bg>
    <p:spTree>
      <p:nvGrpSpPr>
        <p:cNvPr id="1" name=""/>
        <p:cNvGrpSpPr/>
        <p:nvPr/>
      </p:nvGrpSpPr>
      <p:grpSpPr>
        <a:xfrm>
          <a:off x="0" y="0"/>
          <a:ext cx="0" cy="0"/>
          <a:chOff x="0" y="0"/>
          <a:chExt cx="0" cy="0"/>
        </a:xfrm>
      </p:grpSpPr>
      <p:pic>
        <p:nvPicPr>
          <p:cNvPr id="15" name="Graphic 14" descr="Lloyds Banking Group logo">
            <a:extLst>
              <a:ext uri="{FF2B5EF4-FFF2-40B4-BE49-F238E27FC236}">
                <a16:creationId xmlns:a16="http://schemas.microsoft.com/office/drawing/2014/main" id="{EFBA2F05-62DB-1A8D-EC4A-A666FD08D5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5672" y="534749"/>
            <a:ext cx="1320657" cy="1113182"/>
          </a:xfrm>
          <a:prstGeom prst="rect">
            <a:avLst/>
          </a:prstGeom>
        </p:spPr>
      </p:pic>
      <p:sp>
        <p:nvSpPr>
          <p:cNvPr id="13" name="Title 14">
            <a:extLst>
              <a:ext uri="{FF2B5EF4-FFF2-40B4-BE49-F238E27FC236}">
                <a16:creationId xmlns:a16="http://schemas.microsoft.com/office/drawing/2014/main" id="{C6B29EDE-75F8-B7C2-577C-3A2216ED3233}"/>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11" name="Text Placeholder 3">
            <a:extLst>
              <a:ext uri="{FF2B5EF4-FFF2-40B4-BE49-F238E27FC236}">
                <a16:creationId xmlns:a16="http://schemas.microsoft.com/office/drawing/2014/main" id="{D89B0417-70F8-D265-9C17-F4AA6C9DD27A}"/>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5615EC7-CF73-4228-9C2B-564CF011EB98}"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202688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ivider Slide (Animated Cancara)">
    <p:bg>
      <p:bgPr>
        <a:solidFill>
          <a:schemeClr val="bg1"/>
        </a:solidFill>
        <a:effectLst/>
      </p:bgPr>
    </p:bg>
    <p:spTree>
      <p:nvGrpSpPr>
        <p:cNvPr id="1" name=""/>
        <p:cNvGrpSpPr/>
        <p:nvPr/>
      </p:nvGrpSpPr>
      <p:grpSpPr>
        <a:xfrm>
          <a:off x="0" y="0"/>
          <a:ext cx="0" cy="0"/>
          <a:chOff x="0" y="0"/>
          <a:chExt cx="0" cy="0"/>
        </a:xfrm>
      </p:grpSpPr>
      <p:pic>
        <p:nvPicPr>
          <p:cNvPr id="11" name="Picture 10" descr="An animated Lloyds Bank black horse  rearing up">
            <a:extLst>
              <a:ext uri="{FF2B5EF4-FFF2-40B4-BE49-F238E27FC236}">
                <a16:creationId xmlns:a16="http://schemas.microsoft.com/office/drawing/2014/main" id="{813752FE-90C8-A2AD-6B90-E0D60188B4D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277360" y="605868"/>
            <a:ext cx="3637280" cy="3068950"/>
          </a:xfrm>
          <a:prstGeom prst="rect">
            <a:avLst/>
          </a:prstGeom>
        </p:spPr>
      </p:pic>
      <p:sp>
        <p:nvSpPr>
          <p:cNvPr id="7" name="Title 14">
            <a:extLst>
              <a:ext uri="{FF2B5EF4-FFF2-40B4-BE49-F238E27FC236}">
                <a16:creationId xmlns:a16="http://schemas.microsoft.com/office/drawing/2014/main" id="{9181B16B-58DD-C85B-194F-82D1B9DF25A3}"/>
              </a:ext>
            </a:extLst>
          </p:cNvPr>
          <p:cNvSpPr>
            <a:spLocks noGrp="1"/>
          </p:cNvSpPr>
          <p:nvPr>
            <p:ph type="title" hasCustomPrompt="1"/>
          </p:nvPr>
        </p:nvSpPr>
        <p:spPr>
          <a:xfrm>
            <a:off x="396240" y="3566160"/>
            <a:ext cx="11399520" cy="1709392"/>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8" name="Text Placeholder 3">
            <a:extLst>
              <a:ext uri="{FF2B5EF4-FFF2-40B4-BE49-F238E27FC236}">
                <a16:creationId xmlns:a16="http://schemas.microsoft.com/office/drawing/2014/main" id="{66C051A2-E63A-882E-14DE-DDB8729347FA}"/>
              </a:ext>
            </a:extLst>
          </p:cNvPr>
          <p:cNvSpPr>
            <a:spLocks noGrp="1"/>
          </p:cNvSpPr>
          <p:nvPr>
            <p:ph type="body" sz="quarter" idx="14"/>
          </p:nvPr>
        </p:nvSpPr>
        <p:spPr>
          <a:xfrm>
            <a:off x="396240" y="5426565"/>
            <a:ext cx="11399520" cy="66626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0EC35DF-B254-4C84-9120-D905F6E687A5}"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19898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4"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1649098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4"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68748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Slide (Expressive Cancara 04)">
    <p:bg>
      <p:bgPr>
        <a:solidFill>
          <a:srgbClr val="6CF479"/>
        </a:solidFill>
        <a:effectLst/>
      </p:bgPr>
    </p:bg>
    <p:spTree>
      <p:nvGrpSpPr>
        <p:cNvPr id="1" name=""/>
        <p:cNvGrpSpPr/>
        <p:nvPr/>
      </p:nvGrpSpPr>
      <p:grpSpPr>
        <a:xfrm>
          <a:off x="0" y="0"/>
          <a:ext cx="0" cy="0"/>
          <a:chOff x="0" y="0"/>
          <a:chExt cx="0" cy="0"/>
        </a:xfrm>
      </p:grpSpPr>
      <p:grpSp>
        <p:nvGrpSpPr>
          <p:cNvPr id="2" name="Group 1" descr="Extreme close up of Lloyds Banking Group logo">
            <a:extLst>
              <a:ext uri="{FF2B5EF4-FFF2-40B4-BE49-F238E27FC236}">
                <a16:creationId xmlns:a16="http://schemas.microsoft.com/office/drawing/2014/main" id="{0F632455-D4BE-0570-63FA-13096379C804}"/>
              </a:ext>
            </a:extLst>
          </p:cNvPr>
          <p:cNvGrpSpPr/>
          <p:nvPr userDrawn="1"/>
        </p:nvGrpSpPr>
        <p:grpSpPr>
          <a:xfrm>
            <a:off x="0" y="390525"/>
            <a:ext cx="7513320" cy="6467475"/>
            <a:chOff x="0" y="390525"/>
            <a:chExt cx="7513320" cy="6467475"/>
          </a:xfrm>
        </p:grpSpPr>
        <p:sp>
          <p:nvSpPr>
            <p:cNvPr id="20" name="Freeform: Shape 19">
              <a:extLst>
                <a:ext uri="{FF2B5EF4-FFF2-40B4-BE49-F238E27FC236}">
                  <a16:creationId xmlns:a16="http://schemas.microsoft.com/office/drawing/2014/main" id="{A2634314-D52B-F3FB-3A41-6BAC6AFCF95C}"/>
                </a:ext>
              </a:extLst>
            </p:cNvPr>
            <p:cNvSpPr/>
            <p:nvPr/>
          </p:nvSpPr>
          <p:spPr>
            <a:xfrm>
              <a:off x="0" y="390525"/>
              <a:ext cx="7513320" cy="6467475"/>
            </a:xfrm>
            <a:custGeom>
              <a:avLst/>
              <a:gdLst>
                <a:gd name="connsiteX0" fmla="*/ 3356207 w 7513320"/>
                <a:gd name="connsiteY0" fmla="*/ 0 h 6467475"/>
                <a:gd name="connsiteX1" fmla="*/ 3500550 w 7513320"/>
                <a:gd name="connsiteY1" fmla="*/ 308878 h 6467475"/>
                <a:gd name="connsiteX2" fmla="*/ 3503411 w 7513320"/>
                <a:gd name="connsiteY2" fmla="*/ 308878 h 6467475"/>
                <a:gd name="connsiteX3" fmla="*/ 3630449 w 7513320"/>
                <a:gd name="connsiteY3" fmla="*/ 51960 h 6467475"/>
                <a:gd name="connsiteX4" fmla="*/ 3722804 w 7513320"/>
                <a:gd name="connsiteY4" fmla="*/ 427239 h 6467475"/>
                <a:gd name="connsiteX5" fmla="*/ 3702639 w 7513320"/>
                <a:gd name="connsiteY5" fmla="*/ 508078 h 6467475"/>
                <a:gd name="connsiteX6" fmla="*/ 4005735 w 7513320"/>
                <a:gd name="connsiteY6" fmla="*/ 909355 h 6467475"/>
                <a:gd name="connsiteX7" fmla="*/ 3976881 w 7513320"/>
                <a:gd name="connsiteY7" fmla="*/ 1033497 h 6467475"/>
                <a:gd name="connsiteX8" fmla="*/ 4669710 w 7513320"/>
                <a:gd name="connsiteY8" fmla="*/ 1908211 h 6467475"/>
                <a:gd name="connsiteX9" fmla="*/ 4727453 w 7513320"/>
                <a:gd name="connsiteY9" fmla="*/ 2069870 h 6467475"/>
                <a:gd name="connsiteX10" fmla="*/ 4340619 w 7513320"/>
                <a:gd name="connsiteY10" fmla="*/ 2445168 h 6467475"/>
                <a:gd name="connsiteX11" fmla="*/ 4023076 w 7513320"/>
                <a:gd name="connsiteY11" fmla="*/ 2263290 h 6467475"/>
                <a:gd name="connsiteX12" fmla="*/ 3419708 w 7513320"/>
                <a:gd name="connsiteY12" fmla="*/ 1968830 h 6467475"/>
                <a:gd name="connsiteX13" fmla="*/ 3344658 w 7513320"/>
                <a:gd name="connsiteY13" fmla="*/ 2228650 h 6467475"/>
                <a:gd name="connsiteX14" fmla="*/ 4510957 w 7513320"/>
                <a:gd name="connsiteY14" fmla="*/ 3778864 h 6467475"/>
                <a:gd name="connsiteX15" fmla="*/ 5440518 w 7513320"/>
                <a:gd name="connsiteY15" fmla="*/ 3470003 h 6467475"/>
                <a:gd name="connsiteX16" fmla="*/ 7239040 w 7513320"/>
                <a:gd name="connsiteY16" fmla="*/ 5000039 h 6467475"/>
                <a:gd name="connsiteX17" fmla="*/ 7513320 w 7513320"/>
                <a:gd name="connsiteY17" fmla="*/ 5349328 h 6467475"/>
                <a:gd name="connsiteX18" fmla="*/ 6681904 w 7513320"/>
                <a:gd name="connsiteY18" fmla="*/ 5349328 h 6467475"/>
                <a:gd name="connsiteX19" fmla="*/ 6681904 w 7513320"/>
                <a:gd name="connsiteY19" fmla="*/ 5106838 h 6467475"/>
                <a:gd name="connsiteX20" fmla="*/ 6453821 w 7513320"/>
                <a:gd name="connsiteY20" fmla="*/ 5043337 h 6467475"/>
                <a:gd name="connsiteX21" fmla="*/ 5377018 w 7513320"/>
                <a:gd name="connsiteY21" fmla="*/ 4119538 h 6467475"/>
                <a:gd name="connsiteX22" fmla="*/ 4565805 w 7513320"/>
                <a:gd name="connsiteY22" fmla="*/ 4806603 h 6467475"/>
                <a:gd name="connsiteX23" fmla="*/ 5913954 w 7513320"/>
                <a:gd name="connsiteY23" fmla="*/ 4893203 h 6467475"/>
                <a:gd name="connsiteX24" fmla="*/ 5730344 w 7513320"/>
                <a:gd name="connsiteY24" fmla="*/ 6467475 h 6467475"/>
                <a:gd name="connsiteX25" fmla="*/ 5262683 w 7513320"/>
                <a:gd name="connsiteY25" fmla="*/ 6467475 h 6467475"/>
                <a:gd name="connsiteX26" fmla="*/ 5304313 w 7513320"/>
                <a:gd name="connsiteY26" fmla="*/ 6349352 h 6467475"/>
                <a:gd name="connsiteX27" fmla="*/ 5466514 w 7513320"/>
                <a:gd name="connsiteY27" fmla="*/ 5441718 h 6467475"/>
                <a:gd name="connsiteX28" fmla="*/ 5443416 w 7513320"/>
                <a:gd name="connsiteY28" fmla="*/ 5303168 h 6467475"/>
                <a:gd name="connsiteX29" fmla="*/ 5290420 w 7513320"/>
                <a:gd name="connsiteY29" fmla="*/ 5320474 h 6467475"/>
                <a:gd name="connsiteX30" fmla="*/ 4496511 w 7513320"/>
                <a:gd name="connsiteY30" fmla="*/ 5782355 h 6467475"/>
                <a:gd name="connsiteX31" fmla="*/ 3575601 w 7513320"/>
                <a:gd name="connsiteY31" fmla="*/ 6111479 h 6467475"/>
                <a:gd name="connsiteX32" fmla="*/ 3120545 w 7513320"/>
                <a:gd name="connsiteY32" fmla="*/ 6439592 h 6467475"/>
                <a:gd name="connsiteX33" fmla="*/ 3058479 w 7513320"/>
                <a:gd name="connsiteY33" fmla="*/ 6467475 h 6467475"/>
                <a:gd name="connsiteX34" fmla="*/ 0 w 7513320"/>
                <a:gd name="connsiteY34" fmla="*/ 6467475 h 6467475"/>
                <a:gd name="connsiteX35" fmla="*/ 0 w 7513320"/>
                <a:gd name="connsiteY35" fmla="*/ 4754244 h 6467475"/>
                <a:gd name="connsiteX36" fmla="*/ 85493 w 7513320"/>
                <a:gd name="connsiteY36" fmla="*/ 4746935 h 6467475"/>
                <a:gd name="connsiteX37" fmla="*/ 1548996 w 7513320"/>
                <a:gd name="connsiteY37" fmla="*/ 4546809 h 6467475"/>
                <a:gd name="connsiteX38" fmla="*/ 2019570 w 7513320"/>
                <a:gd name="connsiteY38" fmla="*/ 4021390 h 6467475"/>
                <a:gd name="connsiteX39" fmla="*/ 1872331 w 7513320"/>
                <a:gd name="connsiteY39" fmla="*/ 3851053 h 6467475"/>
                <a:gd name="connsiteX40" fmla="*/ 1725091 w 7513320"/>
                <a:gd name="connsiteY40" fmla="*/ 3966542 h 6467475"/>
                <a:gd name="connsiteX41" fmla="*/ 1577887 w 7513320"/>
                <a:gd name="connsiteY41" fmla="*/ 3660519 h 6467475"/>
                <a:gd name="connsiteX42" fmla="*/ 1693340 w 7513320"/>
                <a:gd name="connsiteY42" fmla="*/ 3322762 h 6467475"/>
                <a:gd name="connsiteX43" fmla="*/ 1335358 w 7513320"/>
                <a:gd name="connsiteY43" fmla="*/ 3285243 h 6467475"/>
                <a:gd name="connsiteX44" fmla="*/ 1667382 w 7513320"/>
                <a:gd name="connsiteY44" fmla="*/ 2511568 h 6467475"/>
                <a:gd name="connsiteX45" fmla="*/ 1667382 w 7513320"/>
                <a:gd name="connsiteY45" fmla="*/ 2508664 h 6467475"/>
                <a:gd name="connsiteX46" fmla="*/ 1141959 w 7513320"/>
                <a:gd name="connsiteY46" fmla="*/ 1836028 h 6467475"/>
                <a:gd name="connsiteX47" fmla="*/ 1283406 w 7513320"/>
                <a:gd name="connsiteY47" fmla="*/ 1896648 h 6467475"/>
                <a:gd name="connsiteX48" fmla="*/ 1404653 w 7513320"/>
                <a:gd name="connsiteY48" fmla="*/ 1749431 h 6467475"/>
                <a:gd name="connsiteX49" fmla="*/ 1121760 w 7513320"/>
                <a:gd name="connsiteY49" fmla="*/ 1353932 h 6467475"/>
                <a:gd name="connsiteX50" fmla="*/ 1869470 w 7513320"/>
                <a:gd name="connsiteY50" fmla="*/ 1111435 h 6467475"/>
                <a:gd name="connsiteX51" fmla="*/ 1872331 w 7513320"/>
                <a:gd name="connsiteY51" fmla="*/ 1108553 h 6467475"/>
                <a:gd name="connsiteX52" fmla="*/ 1880983 w 7513320"/>
                <a:gd name="connsiteY52" fmla="*/ 539835 h 6467475"/>
                <a:gd name="connsiteX53" fmla="*/ 2129267 w 7513320"/>
                <a:gd name="connsiteY53" fmla="*/ 661076 h 6467475"/>
                <a:gd name="connsiteX54" fmla="*/ 2816339 w 7513320"/>
                <a:gd name="connsiteY54" fmla="*/ 202080 h 6467475"/>
                <a:gd name="connsiteX55" fmla="*/ 2995330 w 7513320"/>
                <a:gd name="connsiteY55" fmla="*/ 513856 h 6467475"/>
                <a:gd name="connsiteX56" fmla="*/ 3356207 w 7513320"/>
                <a:gd name="connsiteY56" fmla="*/ 0 h 646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513320" h="6467475">
                  <a:moveTo>
                    <a:pt x="3356207" y="0"/>
                  </a:moveTo>
                  <a:cubicBezTo>
                    <a:pt x="3448599" y="51960"/>
                    <a:pt x="3514996" y="141439"/>
                    <a:pt x="3500550" y="308878"/>
                  </a:cubicBezTo>
                  <a:lnTo>
                    <a:pt x="3503411" y="308878"/>
                  </a:lnTo>
                  <a:lnTo>
                    <a:pt x="3630449" y="51960"/>
                  </a:lnTo>
                  <a:cubicBezTo>
                    <a:pt x="3737250" y="141439"/>
                    <a:pt x="3757450" y="291557"/>
                    <a:pt x="3722804" y="427239"/>
                  </a:cubicBezTo>
                  <a:cubicBezTo>
                    <a:pt x="3714151" y="461878"/>
                    <a:pt x="3702639" y="487877"/>
                    <a:pt x="3702639" y="508078"/>
                  </a:cubicBezTo>
                  <a:cubicBezTo>
                    <a:pt x="3702639" y="609117"/>
                    <a:pt x="4005735" y="684177"/>
                    <a:pt x="4005735" y="909355"/>
                  </a:cubicBezTo>
                  <a:cubicBezTo>
                    <a:pt x="4005735" y="946876"/>
                    <a:pt x="3994187" y="987293"/>
                    <a:pt x="3976881" y="1033497"/>
                  </a:cubicBezTo>
                  <a:lnTo>
                    <a:pt x="4669710" y="1908211"/>
                  </a:lnTo>
                  <a:cubicBezTo>
                    <a:pt x="4713009" y="1963049"/>
                    <a:pt x="4727453" y="2020789"/>
                    <a:pt x="4727453" y="2069870"/>
                  </a:cubicBezTo>
                  <a:cubicBezTo>
                    <a:pt x="4727453" y="2251749"/>
                    <a:pt x="4568701" y="2445168"/>
                    <a:pt x="4340619" y="2445168"/>
                  </a:cubicBezTo>
                  <a:cubicBezTo>
                    <a:pt x="4115432" y="2445168"/>
                    <a:pt x="4034589" y="2321026"/>
                    <a:pt x="4023076" y="2263290"/>
                  </a:cubicBezTo>
                  <a:lnTo>
                    <a:pt x="3419708" y="1968830"/>
                  </a:lnTo>
                  <a:cubicBezTo>
                    <a:pt x="3385061" y="2026571"/>
                    <a:pt x="3344658" y="2121828"/>
                    <a:pt x="3344658" y="2228650"/>
                  </a:cubicBezTo>
                  <a:cubicBezTo>
                    <a:pt x="3344658" y="2892626"/>
                    <a:pt x="4282874" y="2909946"/>
                    <a:pt x="4510957" y="3778864"/>
                  </a:cubicBezTo>
                  <a:lnTo>
                    <a:pt x="5440518" y="3470003"/>
                  </a:lnTo>
                  <a:cubicBezTo>
                    <a:pt x="6104493" y="4116640"/>
                    <a:pt x="6806010" y="4743103"/>
                    <a:pt x="7239040" y="5000039"/>
                  </a:cubicBezTo>
                  <a:lnTo>
                    <a:pt x="7513320" y="5349328"/>
                  </a:lnTo>
                  <a:lnTo>
                    <a:pt x="6681904" y="5349328"/>
                  </a:lnTo>
                  <a:lnTo>
                    <a:pt x="6681904" y="5106838"/>
                  </a:lnTo>
                  <a:lnTo>
                    <a:pt x="6453821" y="5043337"/>
                  </a:lnTo>
                  <a:cubicBezTo>
                    <a:pt x="6104493" y="4494821"/>
                    <a:pt x="5631059" y="4194587"/>
                    <a:pt x="5377018" y="4119538"/>
                  </a:cubicBezTo>
                  <a:cubicBezTo>
                    <a:pt x="5068092" y="4307180"/>
                    <a:pt x="4837151" y="4503510"/>
                    <a:pt x="4565805" y="4806603"/>
                  </a:cubicBezTo>
                  <a:cubicBezTo>
                    <a:pt x="5007489" y="4771994"/>
                    <a:pt x="5501161" y="4815293"/>
                    <a:pt x="5913954" y="4893203"/>
                  </a:cubicBezTo>
                  <a:lnTo>
                    <a:pt x="5730344" y="6467475"/>
                  </a:lnTo>
                  <a:lnTo>
                    <a:pt x="5262683" y="6467475"/>
                  </a:lnTo>
                  <a:lnTo>
                    <a:pt x="5304313" y="6349352"/>
                  </a:lnTo>
                  <a:cubicBezTo>
                    <a:pt x="5446611" y="5913458"/>
                    <a:pt x="5466514" y="5613476"/>
                    <a:pt x="5466514" y="5441718"/>
                  </a:cubicBezTo>
                  <a:cubicBezTo>
                    <a:pt x="5466514" y="5381078"/>
                    <a:pt x="5463617" y="5323370"/>
                    <a:pt x="5443416" y="5303168"/>
                  </a:cubicBezTo>
                  <a:cubicBezTo>
                    <a:pt x="5426074" y="5285827"/>
                    <a:pt x="5353921" y="5303168"/>
                    <a:pt x="5290420" y="5320474"/>
                  </a:cubicBezTo>
                  <a:cubicBezTo>
                    <a:pt x="5122978" y="5366669"/>
                    <a:pt x="4848699" y="5496566"/>
                    <a:pt x="4496511" y="5782355"/>
                  </a:cubicBezTo>
                  <a:cubicBezTo>
                    <a:pt x="4178969" y="6042186"/>
                    <a:pt x="4005735" y="6160535"/>
                    <a:pt x="3575601" y="6111479"/>
                  </a:cubicBezTo>
                  <a:cubicBezTo>
                    <a:pt x="3454346" y="6237059"/>
                    <a:pt x="3299173" y="6346400"/>
                    <a:pt x="3120545" y="6439592"/>
                  </a:cubicBezTo>
                  <a:lnTo>
                    <a:pt x="3058479" y="6467475"/>
                  </a:lnTo>
                  <a:lnTo>
                    <a:pt x="0" y="6467475"/>
                  </a:lnTo>
                  <a:lnTo>
                    <a:pt x="0" y="4754244"/>
                  </a:lnTo>
                  <a:lnTo>
                    <a:pt x="85493" y="4746935"/>
                  </a:lnTo>
                  <a:cubicBezTo>
                    <a:pt x="583882" y="4715120"/>
                    <a:pt x="1115965" y="4730821"/>
                    <a:pt x="1548996" y="4546809"/>
                  </a:cubicBezTo>
                  <a:cubicBezTo>
                    <a:pt x="1805933" y="4437113"/>
                    <a:pt x="2019570" y="4243679"/>
                    <a:pt x="2019570" y="4021390"/>
                  </a:cubicBezTo>
                  <a:cubicBezTo>
                    <a:pt x="2019570" y="3914591"/>
                    <a:pt x="1958929" y="3851053"/>
                    <a:pt x="1872331" y="3851053"/>
                  </a:cubicBezTo>
                  <a:cubicBezTo>
                    <a:pt x="1829032" y="3851053"/>
                    <a:pt x="1762636" y="3871254"/>
                    <a:pt x="1725091" y="3966542"/>
                  </a:cubicBezTo>
                  <a:cubicBezTo>
                    <a:pt x="1612534" y="3868396"/>
                    <a:pt x="1577887" y="3764456"/>
                    <a:pt x="1577887" y="3660519"/>
                  </a:cubicBezTo>
                  <a:cubicBezTo>
                    <a:pt x="1577887" y="3487323"/>
                    <a:pt x="1632698" y="3406481"/>
                    <a:pt x="1693340" y="3322762"/>
                  </a:cubicBezTo>
                  <a:cubicBezTo>
                    <a:pt x="1635633" y="3172644"/>
                    <a:pt x="1456604" y="3138001"/>
                    <a:pt x="1335358" y="3285243"/>
                  </a:cubicBezTo>
                  <a:cubicBezTo>
                    <a:pt x="1185258" y="3008104"/>
                    <a:pt x="1277652" y="2627025"/>
                    <a:pt x="1667382" y="2511568"/>
                  </a:cubicBezTo>
                  <a:lnTo>
                    <a:pt x="1667382" y="2508664"/>
                  </a:lnTo>
                  <a:cubicBezTo>
                    <a:pt x="1211254" y="2433608"/>
                    <a:pt x="1090008" y="2150708"/>
                    <a:pt x="1141959" y="1836028"/>
                  </a:cubicBezTo>
                  <a:cubicBezTo>
                    <a:pt x="1185258" y="1873568"/>
                    <a:pt x="1234351" y="1896648"/>
                    <a:pt x="1283406" y="1896648"/>
                  </a:cubicBezTo>
                  <a:cubicBezTo>
                    <a:pt x="1358494" y="1896648"/>
                    <a:pt x="1404653" y="1836028"/>
                    <a:pt x="1404653" y="1749431"/>
                  </a:cubicBezTo>
                  <a:cubicBezTo>
                    <a:pt x="1404653" y="1657050"/>
                    <a:pt x="1358494" y="1512712"/>
                    <a:pt x="1121760" y="1353932"/>
                  </a:cubicBezTo>
                  <a:cubicBezTo>
                    <a:pt x="1329603" y="1042152"/>
                    <a:pt x="1687584" y="995953"/>
                    <a:pt x="1869470" y="1111435"/>
                  </a:cubicBezTo>
                  <a:lnTo>
                    <a:pt x="1872331" y="1108553"/>
                  </a:lnTo>
                  <a:cubicBezTo>
                    <a:pt x="1779939" y="981516"/>
                    <a:pt x="1733743" y="759234"/>
                    <a:pt x="1880983" y="539835"/>
                  </a:cubicBezTo>
                  <a:cubicBezTo>
                    <a:pt x="1915630" y="588915"/>
                    <a:pt x="1999369" y="661076"/>
                    <a:pt x="2129267" y="661076"/>
                  </a:cubicBezTo>
                  <a:cubicBezTo>
                    <a:pt x="2510347" y="661076"/>
                    <a:pt x="2524793" y="242478"/>
                    <a:pt x="2816339" y="202080"/>
                  </a:cubicBezTo>
                  <a:cubicBezTo>
                    <a:pt x="2799033" y="331978"/>
                    <a:pt x="2833644" y="513856"/>
                    <a:pt x="2995330" y="513856"/>
                  </a:cubicBezTo>
                  <a:cubicBezTo>
                    <a:pt x="3206070" y="513856"/>
                    <a:pt x="3304218" y="196298"/>
                    <a:pt x="3356207" y="0"/>
                  </a:cubicBezTo>
                  <a:close/>
                </a:path>
              </a:pathLst>
            </a:custGeom>
            <a:solidFill>
              <a:srgbClr val="000000"/>
            </a:solidFill>
            <a:ln w="0" cap="flat">
              <a:noFill/>
              <a:prstDash val="solid"/>
              <a:miter/>
            </a:ln>
          </p:spPr>
          <p:txBody>
            <a:bodyPr wrap="square" rtlCol="0" anchor="ctr">
              <a:noAutofit/>
            </a:bodyPr>
            <a:lstStyle/>
            <a:p>
              <a:endParaRPr lang="en-GB"/>
            </a:p>
          </p:txBody>
        </p:sp>
        <p:sp>
          <p:nvSpPr>
            <p:cNvPr id="17" name="Freeform: Shape 16">
              <a:extLst>
                <a:ext uri="{FF2B5EF4-FFF2-40B4-BE49-F238E27FC236}">
                  <a16:creationId xmlns:a16="http://schemas.microsoft.com/office/drawing/2014/main" id="{350A941F-3CB2-9845-276F-C652DAB4BC91}"/>
                </a:ext>
              </a:extLst>
            </p:cNvPr>
            <p:cNvSpPr/>
            <p:nvPr/>
          </p:nvSpPr>
          <p:spPr>
            <a:xfrm>
              <a:off x="1" y="1008303"/>
              <a:ext cx="4545567" cy="5378213"/>
            </a:xfrm>
            <a:custGeom>
              <a:avLst/>
              <a:gdLst>
                <a:gd name="connsiteX0" fmla="*/ 2790343 w 4545567"/>
                <a:gd name="connsiteY0" fmla="*/ 207858 h 5378213"/>
                <a:gd name="connsiteX1" fmla="*/ 2189908 w 4545567"/>
                <a:gd name="connsiteY1" fmla="*/ 1454971 h 5378213"/>
                <a:gd name="connsiteX2" fmla="*/ 3035732 w 4545567"/>
                <a:gd name="connsiteY2" fmla="*/ 2725208 h 5378213"/>
                <a:gd name="connsiteX3" fmla="*/ 4112571 w 4545567"/>
                <a:gd name="connsiteY3" fmla="*/ 3296815 h 5378213"/>
                <a:gd name="connsiteX4" fmla="*/ 3592905 w 4545567"/>
                <a:gd name="connsiteY4" fmla="*/ 3123581 h 5378213"/>
                <a:gd name="connsiteX5" fmla="*/ 1199704 w 4545567"/>
                <a:gd name="connsiteY5" fmla="*/ 5378213 h 5378213"/>
                <a:gd name="connsiteX6" fmla="*/ 79571 w 4545567"/>
                <a:gd name="connsiteY6" fmla="*/ 4587208 h 5378213"/>
                <a:gd name="connsiteX7" fmla="*/ 0 w 4545567"/>
                <a:gd name="connsiteY7" fmla="*/ 4591624 h 5378213"/>
                <a:gd name="connsiteX8" fmla="*/ 0 w 4545567"/>
                <a:gd name="connsiteY8" fmla="*/ 4375064 h 5378213"/>
                <a:gd name="connsiteX9" fmla="*/ 81891 w 4545567"/>
                <a:gd name="connsiteY9" fmla="*/ 4367296 h 5378213"/>
                <a:gd name="connsiteX10" fmla="*/ 1808829 w 4545567"/>
                <a:gd name="connsiteY10" fmla="*/ 4073375 h 5378213"/>
                <a:gd name="connsiteX11" fmla="*/ 2394856 w 4545567"/>
                <a:gd name="connsiteY11" fmla="*/ 3357418 h 5378213"/>
                <a:gd name="connsiteX12" fmla="*/ 1906977 w 4545567"/>
                <a:gd name="connsiteY12" fmla="*/ 1732111 h 5378213"/>
                <a:gd name="connsiteX13" fmla="*/ 2790343 w 4545567"/>
                <a:gd name="connsiteY13" fmla="*/ 207858 h 5378213"/>
                <a:gd name="connsiteX14" fmla="*/ 3431257 w 4545567"/>
                <a:gd name="connsiteY14" fmla="*/ 0 h 5378213"/>
                <a:gd name="connsiteX15" fmla="*/ 3855635 w 4545567"/>
                <a:gd name="connsiteY15" fmla="*/ 314680 h 5378213"/>
                <a:gd name="connsiteX16" fmla="*/ 3803646 w 4545567"/>
                <a:gd name="connsiteY16" fmla="*/ 415719 h 5378213"/>
                <a:gd name="connsiteX17" fmla="*/ 4545567 w 4545567"/>
                <a:gd name="connsiteY17" fmla="*/ 1345271 h 5378213"/>
                <a:gd name="connsiteX18" fmla="*/ 4412771 w 4545567"/>
                <a:gd name="connsiteY18" fmla="*/ 1368373 h 5378213"/>
                <a:gd name="connsiteX19" fmla="*/ 4360820 w 4545567"/>
                <a:gd name="connsiteY19" fmla="*/ 1423231 h 5378213"/>
                <a:gd name="connsiteX20" fmla="*/ 4438766 w 4545567"/>
                <a:gd name="connsiteY20" fmla="*/ 1607992 h 5378213"/>
                <a:gd name="connsiteX21" fmla="*/ 4326173 w 4545567"/>
                <a:gd name="connsiteY21" fmla="*/ 1639730 h 5378213"/>
                <a:gd name="connsiteX22" fmla="*/ 4204927 w 4545567"/>
                <a:gd name="connsiteY22" fmla="*/ 1541594 h 5378213"/>
                <a:gd name="connsiteX23" fmla="*/ 4204927 w 4545567"/>
                <a:gd name="connsiteY23" fmla="*/ 1541591 h 5378213"/>
                <a:gd name="connsiteX24" fmla="*/ 4233817 w 4545567"/>
                <a:gd name="connsiteY24" fmla="*/ 1336612 h 5378213"/>
                <a:gd name="connsiteX25" fmla="*/ 4178969 w 4545567"/>
                <a:gd name="connsiteY25" fmla="*/ 1180735 h 5378213"/>
                <a:gd name="connsiteX26" fmla="*/ 3864288 w 4545567"/>
                <a:gd name="connsiteY26" fmla="*/ 773675 h 5378213"/>
                <a:gd name="connsiteX27" fmla="*/ 3341762 w 4545567"/>
                <a:gd name="connsiteY27" fmla="*/ 568717 h 5378213"/>
                <a:gd name="connsiteX28" fmla="*/ 3561155 w 4545567"/>
                <a:gd name="connsiteY28" fmla="*/ 274259 h 5378213"/>
                <a:gd name="connsiteX29" fmla="*/ 3431257 w 4545567"/>
                <a:gd name="connsiteY29" fmla="*/ 0 h 53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45567" h="5378213">
                  <a:moveTo>
                    <a:pt x="2790343" y="207858"/>
                  </a:moveTo>
                  <a:cubicBezTo>
                    <a:pt x="2383308" y="560059"/>
                    <a:pt x="2189908" y="964213"/>
                    <a:pt x="2189908" y="1454971"/>
                  </a:cubicBezTo>
                  <a:cubicBezTo>
                    <a:pt x="2189908" y="1948629"/>
                    <a:pt x="2383308" y="2468269"/>
                    <a:pt x="3035732" y="2725208"/>
                  </a:cubicBezTo>
                  <a:cubicBezTo>
                    <a:pt x="3497655" y="2907063"/>
                    <a:pt x="3927789" y="2912846"/>
                    <a:pt x="4112571" y="3296815"/>
                  </a:cubicBezTo>
                  <a:cubicBezTo>
                    <a:pt x="3947990" y="3166880"/>
                    <a:pt x="3740145" y="3123581"/>
                    <a:pt x="3592905" y="3123581"/>
                  </a:cubicBezTo>
                  <a:cubicBezTo>
                    <a:pt x="2654689" y="3123581"/>
                    <a:pt x="2299604" y="4878790"/>
                    <a:pt x="1199704" y="5378213"/>
                  </a:cubicBezTo>
                  <a:cubicBezTo>
                    <a:pt x="1433542" y="4769094"/>
                    <a:pt x="729129" y="4572799"/>
                    <a:pt x="79571" y="4587208"/>
                  </a:cubicBezTo>
                  <a:lnTo>
                    <a:pt x="0" y="4591624"/>
                  </a:lnTo>
                  <a:lnTo>
                    <a:pt x="0" y="4375064"/>
                  </a:lnTo>
                  <a:lnTo>
                    <a:pt x="81891" y="4367296"/>
                  </a:lnTo>
                  <a:cubicBezTo>
                    <a:pt x="611474" y="4328789"/>
                    <a:pt x="1263205" y="4343650"/>
                    <a:pt x="1808829" y="4073375"/>
                  </a:cubicBezTo>
                  <a:cubicBezTo>
                    <a:pt x="2100412" y="3929032"/>
                    <a:pt x="2394856" y="3686506"/>
                    <a:pt x="2394856" y="3357418"/>
                  </a:cubicBezTo>
                  <a:cubicBezTo>
                    <a:pt x="2394856" y="2961927"/>
                    <a:pt x="1906977" y="2572186"/>
                    <a:pt x="1906977" y="1732111"/>
                  </a:cubicBezTo>
                  <a:cubicBezTo>
                    <a:pt x="1906977" y="1183612"/>
                    <a:pt x="2149469" y="551399"/>
                    <a:pt x="2790343" y="207858"/>
                  </a:cubicBezTo>
                  <a:close/>
                  <a:moveTo>
                    <a:pt x="3431257" y="0"/>
                  </a:moveTo>
                  <a:cubicBezTo>
                    <a:pt x="3546710" y="20201"/>
                    <a:pt x="3855635" y="147239"/>
                    <a:pt x="3855635" y="314680"/>
                  </a:cubicBezTo>
                  <a:cubicBezTo>
                    <a:pt x="3855635" y="349318"/>
                    <a:pt x="3838294" y="381058"/>
                    <a:pt x="3803646" y="415719"/>
                  </a:cubicBezTo>
                  <a:lnTo>
                    <a:pt x="4545567" y="1345271"/>
                  </a:lnTo>
                  <a:cubicBezTo>
                    <a:pt x="4519608" y="1385693"/>
                    <a:pt x="4461863" y="1368373"/>
                    <a:pt x="4412771" y="1368373"/>
                  </a:cubicBezTo>
                  <a:cubicBezTo>
                    <a:pt x="4381059" y="1368373"/>
                    <a:pt x="4360820" y="1388574"/>
                    <a:pt x="4360820" y="1423231"/>
                  </a:cubicBezTo>
                  <a:cubicBezTo>
                    <a:pt x="4360820" y="1486732"/>
                    <a:pt x="4409911" y="1564671"/>
                    <a:pt x="4438766" y="1607992"/>
                  </a:cubicBezTo>
                  <a:cubicBezTo>
                    <a:pt x="4415668" y="1622410"/>
                    <a:pt x="4372369" y="1639730"/>
                    <a:pt x="4326173" y="1639730"/>
                  </a:cubicBezTo>
                  <a:cubicBezTo>
                    <a:pt x="4268428" y="1639730"/>
                    <a:pt x="4204927" y="1619534"/>
                    <a:pt x="4204927" y="1541594"/>
                  </a:cubicBezTo>
                  <a:lnTo>
                    <a:pt x="4204927" y="1541591"/>
                  </a:lnTo>
                  <a:cubicBezTo>
                    <a:pt x="4204927" y="1492513"/>
                    <a:pt x="4233817" y="1408794"/>
                    <a:pt x="4233817" y="1336612"/>
                  </a:cubicBezTo>
                  <a:cubicBezTo>
                    <a:pt x="4233817" y="1299094"/>
                    <a:pt x="4225129" y="1252894"/>
                    <a:pt x="4178969" y="1180735"/>
                  </a:cubicBezTo>
                  <a:cubicBezTo>
                    <a:pt x="4112571" y="1079695"/>
                    <a:pt x="3985533" y="903595"/>
                    <a:pt x="3864288" y="773675"/>
                  </a:cubicBezTo>
                  <a:cubicBezTo>
                    <a:pt x="3702638" y="603357"/>
                    <a:pt x="3561155" y="554276"/>
                    <a:pt x="3341762" y="568717"/>
                  </a:cubicBezTo>
                  <a:cubicBezTo>
                    <a:pt x="3520752" y="470557"/>
                    <a:pt x="3561155" y="378181"/>
                    <a:pt x="3561155" y="274259"/>
                  </a:cubicBezTo>
                  <a:cubicBezTo>
                    <a:pt x="3561155" y="184760"/>
                    <a:pt x="3512099" y="89498"/>
                    <a:pt x="3431257" y="0"/>
                  </a:cubicBezTo>
                  <a:close/>
                </a:path>
              </a:pathLst>
            </a:custGeom>
            <a:solidFill>
              <a:srgbClr val="0BE248"/>
            </a:solidFill>
            <a:ln w="0" cap="flat">
              <a:noFill/>
              <a:prstDash val="solid"/>
              <a:miter/>
            </a:ln>
          </p:spPr>
          <p:txBody>
            <a:bodyPr wrap="square" rtlCol="0" anchor="ctr">
              <a:noAutofit/>
            </a:bodyPr>
            <a:lstStyle/>
            <a:p>
              <a:endParaRPr lang="en-GB"/>
            </a:p>
          </p:txBody>
        </p:sp>
      </p:grpSp>
      <p:sp>
        <p:nvSpPr>
          <p:cNvPr id="11" name="Title 14">
            <a:extLst>
              <a:ext uri="{FF2B5EF4-FFF2-40B4-BE49-F238E27FC236}">
                <a16:creationId xmlns:a16="http://schemas.microsoft.com/office/drawing/2014/main" id="{F400E925-2042-8E3A-2316-DFB79E788CA6}"/>
              </a:ext>
            </a:extLst>
          </p:cNvPr>
          <p:cNvSpPr>
            <a:spLocks noGrp="1"/>
          </p:cNvSpPr>
          <p:nvPr userDrawn="1">
            <p:ph type="title" hasCustomPrompt="1"/>
          </p:nvPr>
        </p:nvSpPr>
        <p:spPr>
          <a:xfrm>
            <a:off x="6657174" y="390525"/>
            <a:ext cx="5136363" cy="3658504"/>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a:t>
            </a:r>
            <a:br>
              <a:rPr lang="en-US"/>
            </a:br>
            <a:r>
              <a:rPr lang="en-US"/>
              <a:t>title style</a:t>
            </a:r>
            <a:endParaRPr lang="en-GB"/>
          </a:p>
        </p:txBody>
      </p:sp>
      <p:sp>
        <p:nvSpPr>
          <p:cNvPr id="13" name="Text Placeholder 3">
            <a:extLst>
              <a:ext uri="{FF2B5EF4-FFF2-40B4-BE49-F238E27FC236}">
                <a16:creationId xmlns:a16="http://schemas.microsoft.com/office/drawing/2014/main" id="{901B5DBF-BA3F-6D66-3C08-561D8FC52AA4}"/>
              </a:ext>
            </a:extLst>
          </p:cNvPr>
          <p:cNvSpPr>
            <a:spLocks noGrp="1"/>
          </p:cNvSpPr>
          <p:nvPr userDrawn="1">
            <p:ph type="body" sz="quarter" idx="14"/>
          </p:nvPr>
        </p:nvSpPr>
        <p:spPr>
          <a:xfrm>
            <a:off x="6657174" y="4200042"/>
            <a:ext cx="5136363" cy="1052678"/>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userDrawn="1">
            <p:ph type="dt" sz="half" idx="12"/>
          </p:nvPr>
        </p:nvSpPr>
        <p:spPr/>
        <p:txBody>
          <a:bodyPr/>
          <a:lstStyle>
            <a:lvl1pPr>
              <a:defRPr>
                <a:solidFill>
                  <a:schemeClr val="bg1"/>
                </a:solidFill>
              </a:defRPr>
            </a:lvl1pPr>
          </a:lstStyle>
          <a:p>
            <a:fld id="{05DD9C60-D469-4350-803A-1E387B16F391}"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userDrawn="1">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userDrawn="1">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userDrawn="1"/>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84254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D03446-8F6A-7612-3970-23FAD981EB79}"/>
              </a:ext>
            </a:extLst>
          </p:cNvPr>
          <p:cNvSpPr>
            <a:spLocks noGrp="1"/>
          </p:cNvSpPr>
          <p:nvPr>
            <p:ph type="title"/>
          </p:nvPr>
        </p:nvSpPr>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11410950"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9">
            <a:extLst>
              <a:ext uri="{FF2B5EF4-FFF2-40B4-BE49-F238E27FC236}">
                <a16:creationId xmlns:a16="http://schemas.microsoft.com/office/drawing/2014/main" id="{84118079-9E77-74CB-D481-BF6575CFDACE}"/>
              </a:ext>
            </a:extLst>
          </p:cNvPr>
          <p:cNvSpPr>
            <a:spLocks noGrp="1"/>
          </p:cNvSpPr>
          <p:nvPr>
            <p:ph type="body" sz="quarter" idx="14"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02D8425-4089-4CBB-BCA2-2DB3E621226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752512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8763-CAF6-67A6-A93A-001D0189162A}"/>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5626099"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6167437" y="1592263"/>
            <a:ext cx="5626099"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3A69233C-3EE6-3DBC-019C-590F85BDAFB4}"/>
              </a:ext>
            </a:extLst>
          </p:cNvPr>
          <p:cNvSpPr>
            <a:spLocks noGrp="1"/>
          </p:cNvSpPr>
          <p:nvPr>
            <p:ph type="body" sz="quarter" idx="15"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0BB07D7-EC64-4920-9022-AC126F2F3E4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9134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1035332-A892-6C43-D4AF-7D1DAC470D84}"/>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5626099" cy="4490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Picture Placeholder 24">
            <a:extLst>
              <a:ext uri="{FF2B5EF4-FFF2-40B4-BE49-F238E27FC236}">
                <a16:creationId xmlns:a16="http://schemas.microsoft.com/office/drawing/2014/main" id="{AC78F3F4-B20A-CE6E-835D-B30223588AAB}"/>
              </a:ext>
            </a:extLst>
          </p:cNvPr>
          <p:cNvSpPr>
            <a:spLocks noGrp="1"/>
          </p:cNvSpPr>
          <p:nvPr>
            <p:ph type="pic" sz="quarter" idx="17"/>
          </p:nvPr>
        </p:nvSpPr>
        <p:spPr>
          <a:xfrm flipH="1">
            <a:off x="6167436" y="1592263"/>
            <a:ext cx="5626102" cy="4500561"/>
          </a:xfrm>
          <a:custGeom>
            <a:avLst/>
            <a:gdLst>
              <a:gd name="connsiteX0" fmla="*/ 5515844 w 5626102"/>
              <a:gd name="connsiteY0" fmla="*/ 0 h 4500561"/>
              <a:gd name="connsiteX1" fmla="*/ 3777299 w 5626102"/>
              <a:gd name="connsiteY1" fmla="*/ 0 h 4500561"/>
              <a:gd name="connsiteX2" fmla="*/ 1848803 w 5626102"/>
              <a:gd name="connsiteY2" fmla="*/ 0 h 4500561"/>
              <a:gd name="connsiteX3" fmla="*/ 110258 w 5626102"/>
              <a:gd name="connsiteY3" fmla="*/ 0 h 4500561"/>
              <a:gd name="connsiteX4" fmla="*/ 0 w 5626102"/>
              <a:gd name="connsiteY4" fmla="*/ 110258 h 4500561"/>
              <a:gd name="connsiteX5" fmla="*/ 0 w 5626102"/>
              <a:gd name="connsiteY5" fmla="*/ 120245 h 4500561"/>
              <a:gd name="connsiteX6" fmla="*/ 0 w 5626102"/>
              <a:gd name="connsiteY6" fmla="*/ 193039 h 4500561"/>
              <a:gd name="connsiteX7" fmla="*/ 0 w 5626102"/>
              <a:gd name="connsiteY7" fmla="*/ 1655196 h 4500561"/>
              <a:gd name="connsiteX8" fmla="*/ 0 w 5626102"/>
              <a:gd name="connsiteY8" fmla="*/ 2845365 h 4500561"/>
              <a:gd name="connsiteX9" fmla="*/ 0 w 5626102"/>
              <a:gd name="connsiteY9" fmla="*/ 2918159 h 4500561"/>
              <a:gd name="connsiteX10" fmla="*/ 0 w 5626102"/>
              <a:gd name="connsiteY10" fmla="*/ 2928146 h 4500561"/>
              <a:gd name="connsiteX11" fmla="*/ 0 w 5626102"/>
              <a:gd name="connsiteY11" fmla="*/ 4380316 h 4500561"/>
              <a:gd name="connsiteX12" fmla="*/ 0 w 5626102"/>
              <a:gd name="connsiteY12" fmla="*/ 4390303 h 4500561"/>
              <a:gd name="connsiteX13" fmla="*/ 110258 w 5626102"/>
              <a:gd name="connsiteY13" fmla="*/ 4500561 h 4500561"/>
              <a:gd name="connsiteX14" fmla="*/ 1848803 w 5626102"/>
              <a:gd name="connsiteY14" fmla="*/ 4500561 h 4500561"/>
              <a:gd name="connsiteX15" fmla="*/ 3777299 w 5626102"/>
              <a:gd name="connsiteY15" fmla="*/ 4500561 h 4500561"/>
              <a:gd name="connsiteX16" fmla="*/ 5515844 w 5626102"/>
              <a:gd name="connsiteY16" fmla="*/ 4500561 h 4500561"/>
              <a:gd name="connsiteX17" fmla="*/ 5626102 w 5626102"/>
              <a:gd name="connsiteY17" fmla="*/ 4390303 h 4500561"/>
              <a:gd name="connsiteX18" fmla="*/ 5626102 w 5626102"/>
              <a:gd name="connsiteY18" fmla="*/ 4380316 h 4500561"/>
              <a:gd name="connsiteX19" fmla="*/ 5626102 w 5626102"/>
              <a:gd name="connsiteY19" fmla="*/ 2928146 h 4500561"/>
              <a:gd name="connsiteX20" fmla="*/ 5626102 w 5626102"/>
              <a:gd name="connsiteY20" fmla="*/ 2918159 h 4500561"/>
              <a:gd name="connsiteX21" fmla="*/ 5626102 w 5626102"/>
              <a:gd name="connsiteY21" fmla="*/ 2845365 h 4500561"/>
              <a:gd name="connsiteX22" fmla="*/ 5626102 w 5626102"/>
              <a:gd name="connsiteY22" fmla="*/ 1655196 h 4500561"/>
              <a:gd name="connsiteX23" fmla="*/ 5626102 w 5626102"/>
              <a:gd name="connsiteY23" fmla="*/ 193039 h 4500561"/>
              <a:gd name="connsiteX24" fmla="*/ 5626102 w 5626102"/>
              <a:gd name="connsiteY24" fmla="*/ 120245 h 4500561"/>
              <a:gd name="connsiteX25" fmla="*/ 5626102 w 5626102"/>
              <a:gd name="connsiteY25" fmla="*/ 110258 h 4500561"/>
              <a:gd name="connsiteX26" fmla="*/ 5515844 w 5626102"/>
              <a:gd name="connsiteY26" fmla="*/ 0 h 450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626102" h="4500561">
                <a:moveTo>
                  <a:pt x="5515844" y="0"/>
                </a:moveTo>
                <a:lnTo>
                  <a:pt x="3777299" y="0"/>
                </a:lnTo>
                <a:lnTo>
                  <a:pt x="1848803" y="0"/>
                </a:lnTo>
                <a:lnTo>
                  <a:pt x="110258" y="0"/>
                </a:lnTo>
                <a:cubicBezTo>
                  <a:pt x="49364" y="0"/>
                  <a:pt x="0" y="49364"/>
                  <a:pt x="0" y="110258"/>
                </a:cubicBezTo>
                <a:lnTo>
                  <a:pt x="0" y="120245"/>
                </a:lnTo>
                <a:lnTo>
                  <a:pt x="0" y="193039"/>
                </a:lnTo>
                <a:lnTo>
                  <a:pt x="0" y="1655196"/>
                </a:lnTo>
                <a:lnTo>
                  <a:pt x="0" y="2845365"/>
                </a:lnTo>
                <a:lnTo>
                  <a:pt x="0" y="2918159"/>
                </a:lnTo>
                <a:lnTo>
                  <a:pt x="0" y="2928146"/>
                </a:lnTo>
                <a:lnTo>
                  <a:pt x="0" y="4380316"/>
                </a:lnTo>
                <a:lnTo>
                  <a:pt x="0" y="4390303"/>
                </a:lnTo>
                <a:cubicBezTo>
                  <a:pt x="0" y="4451197"/>
                  <a:pt x="49364" y="4500561"/>
                  <a:pt x="110258" y="4500561"/>
                </a:cubicBezTo>
                <a:lnTo>
                  <a:pt x="1848803" y="4500561"/>
                </a:lnTo>
                <a:lnTo>
                  <a:pt x="3777299" y="4500561"/>
                </a:lnTo>
                <a:lnTo>
                  <a:pt x="5515844" y="4500561"/>
                </a:lnTo>
                <a:cubicBezTo>
                  <a:pt x="5576738" y="4500561"/>
                  <a:pt x="5626102" y="4451197"/>
                  <a:pt x="5626102" y="4390303"/>
                </a:cubicBezTo>
                <a:lnTo>
                  <a:pt x="5626102" y="4380316"/>
                </a:lnTo>
                <a:lnTo>
                  <a:pt x="5626102" y="2928146"/>
                </a:lnTo>
                <a:lnTo>
                  <a:pt x="5626102" y="2918159"/>
                </a:lnTo>
                <a:lnTo>
                  <a:pt x="5626102" y="2845365"/>
                </a:lnTo>
                <a:lnTo>
                  <a:pt x="5626102" y="1655196"/>
                </a:lnTo>
                <a:lnTo>
                  <a:pt x="5626102" y="193039"/>
                </a:lnTo>
                <a:lnTo>
                  <a:pt x="5626102" y="120245"/>
                </a:lnTo>
                <a:lnTo>
                  <a:pt x="5626102" y="110258"/>
                </a:lnTo>
                <a:cubicBezTo>
                  <a:pt x="5626102" y="49364"/>
                  <a:pt x="5576738" y="0"/>
                  <a:pt x="5515844" y="0"/>
                </a:cubicBezTo>
                <a:close/>
              </a:path>
            </a:pathLst>
          </a:custGeom>
        </p:spPr>
        <p:txBody>
          <a:bodyPr wrap="square">
            <a:noAutofit/>
          </a:bodyPr>
          <a:lstStyle/>
          <a:p>
            <a:r>
              <a:rPr lang="en-GB"/>
              <a:t>Click icon to add picture</a:t>
            </a:r>
          </a:p>
        </p:txBody>
      </p:sp>
      <p:sp>
        <p:nvSpPr>
          <p:cNvPr id="8" name="Text Placeholder 9">
            <a:extLst>
              <a:ext uri="{FF2B5EF4-FFF2-40B4-BE49-F238E27FC236}">
                <a16:creationId xmlns:a16="http://schemas.microsoft.com/office/drawing/2014/main" id="{3F3B300D-949B-4085-6D1E-DE68FA9577EE}"/>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23318A6D-BBB1-467F-BA16-31BE8E699438}"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786081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5"/>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3"/>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39"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4" name="Rectangle 13">
            <a:extLst>
              <a:ext uri="{FF2B5EF4-FFF2-40B4-BE49-F238E27FC236}">
                <a16:creationId xmlns:a16="http://schemas.microsoft.com/office/drawing/2014/main" id="{B50AD456-47FC-44F8-860E-88A9E5EDE2A8}"/>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07441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5"/>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0"/>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52720CD9-D609-46C3-8253-87BABBD7015C}"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D99D9710-A0C2-C6B6-DD0A-A2D3CCB87BA9}"/>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65949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5"/>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3"/>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39"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07070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5"/>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0"/>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742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and Image">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FB9A2962-A043-8A6B-31F0-A893DFC32C88}"/>
              </a:ext>
            </a:extLst>
          </p:cNvPr>
          <p:cNvSpPr>
            <a:spLocks noGrp="1"/>
          </p:cNvSpPr>
          <p:nvPr>
            <p:ph type="title"/>
          </p:nvPr>
        </p:nvSpPr>
        <p:spPr>
          <a:xfrm>
            <a:off x="382588" y="403225"/>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3">
            <a:extLst>
              <a:ext uri="{FF2B5EF4-FFF2-40B4-BE49-F238E27FC236}">
                <a16:creationId xmlns:a16="http://schemas.microsoft.com/office/drawing/2014/main" id="{D5D38E7B-94E7-80EC-7C80-6DFEA1864798}"/>
              </a:ext>
            </a:extLst>
          </p:cNvPr>
          <p:cNvSpPr>
            <a:spLocks noGrp="1"/>
          </p:cNvSpPr>
          <p:nvPr>
            <p:ph type="pic" sz="quarter" idx="18"/>
          </p:nvPr>
        </p:nvSpPr>
        <p:spPr>
          <a:xfrm>
            <a:off x="7848600" y="0"/>
            <a:ext cx="4343400" cy="6858000"/>
          </a:xfrm>
        </p:spPr>
        <p:txBody>
          <a:bodyPr/>
          <a:lstStyle/>
          <a:p>
            <a:r>
              <a:rPr lang="en-GB"/>
              <a:t>Click icon to add picture</a:t>
            </a:r>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36555AF-91A3-41F0-B68B-8914D26F7750}"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02B3EE4-BFAB-829E-7F48-021D089E68C1}"/>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425597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hree Column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BAB6-8624-3312-1791-1BBA427839B4}"/>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68946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243329" y="1593621"/>
            <a:ext cx="368946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8104070" y="1593621"/>
            <a:ext cx="368946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9">
            <a:extLst>
              <a:ext uri="{FF2B5EF4-FFF2-40B4-BE49-F238E27FC236}">
                <a16:creationId xmlns:a16="http://schemas.microsoft.com/office/drawing/2014/main" id="{9A98C0E0-26F0-55C2-E153-78284C244622}"/>
              </a:ext>
            </a:extLst>
          </p:cNvPr>
          <p:cNvSpPr>
            <a:spLocks noGrp="1"/>
          </p:cNvSpPr>
          <p:nvPr>
            <p:ph type="body" sz="quarter" idx="16" hasCustomPrompt="1"/>
          </p:nvPr>
        </p:nvSpPr>
        <p:spPr>
          <a:xfrm>
            <a:off x="382586"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18A7B925-5BE5-4C73-AF91-D318C3B2EC59}"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55179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Four Column Content ">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66D8AF-2F55-696A-EF6F-1BC3DBB30E31}"/>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3277659" y="1593621"/>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6172730" y="1595526"/>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9067801" y="1595526"/>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AE6BD504-A916-D487-4B37-4E5E04904CAD}"/>
              </a:ext>
            </a:extLst>
          </p:cNvPr>
          <p:cNvSpPr>
            <a:spLocks noGrp="1"/>
          </p:cNvSpPr>
          <p:nvPr>
            <p:ph type="body" sz="quarter" idx="17"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E9857CA3-04D6-4F53-8451-58DD27E8524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03382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Five Column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6B8D84-E9FE-2CF3-0C2F-0C41CC12D089}"/>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324"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2698486"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5014648"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7330810"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6">
            <a:extLst>
              <a:ext uri="{FF2B5EF4-FFF2-40B4-BE49-F238E27FC236}">
                <a16:creationId xmlns:a16="http://schemas.microsoft.com/office/drawing/2014/main" id="{B15F4F2B-279B-00A7-3FA7-1299DCB823B9}"/>
              </a:ext>
            </a:extLst>
          </p:cNvPr>
          <p:cNvSpPr>
            <a:spLocks noGrp="1"/>
          </p:cNvSpPr>
          <p:nvPr>
            <p:ph sz="quarter" idx="17"/>
          </p:nvPr>
        </p:nvSpPr>
        <p:spPr>
          <a:xfrm>
            <a:off x="9646972"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1B291738-D43F-9D8B-2659-421D0BDAD3BD}"/>
              </a:ext>
            </a:extLst>
          </p:cNvPr>
          <p:cNvSpPr>
            <a:spLocks noGrp="1"/>
          </p:cNvSpPr>
          <p:nvPr>
            <p:ph type="body" sz="quarter" idx="18" hasCustomPrompt="1"/>
          </p:nvPr>
        </p:nvSpPr>
        <p:spPr>
          <a:xfrm>
            <a:off x="382586" y="6135468"/>
            <a:ext cx="1141068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904D913-FEF3-4822-979B-50615CD51B5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077528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F2B3CD09-C8FF-8026-C233-2B7F637CD96D}"/>
              </a:ext>
            </a:extLst>
          </p:cNvPr>
          <p:cNvSpPr>
            <a:spLocks noGrp="1"/>
          </p:cNvSpPr>
          <p:nvPr>
            <p:ph type="body" sz="quarter" idx="21"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A7728EC-6869-BF41-19DA-8BE69F479A12}"/>
              </a:ext>
            </a:extLst>
          </p:cNvPr>
          <p:cNvSpPr>
            <a:spLocks noGrp="1"/>
          </p:cNvSpPr>
          <p:nvPr>
            <p:ph type="dt" sz="half" idx="12"/>
          </p:nvPr>
        </p:nvSpPr>
        <p:spPr/>
        <p:txBody>
          <a:bodyPr/>
          <a:lstStyle/>
          <a:p>
            <a:fld id="{17A00E87-D74F-4393-AEAA-24EF260EC224}" type="datetime3">
              <a:rPr lang="en-GB" smtClean="0"/>
              <a:t>3 August, 2026</a:t>
            </a:fld>
            <a:endParaRPr lang="en-GB"/>
          </a:p>
        </p:txBody>
      </p:sp>
      <p:sp>
        <p:nvSpPr>
          <p:cNvPr id="3" name="Footer Placeholder 2">
            <a:extLst>
              <a:ext uri="{FF2B5EF4-FFF2-40B4-BE49-F238E27FC236}">
                <a16:creationId xmlns:a16="http://schemas.microsoft.com/office/drawing/2014/main" id="{E0231CFE-F5B9-1AAB-AA10-5CBB4F72D837}"/>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7" name="Rectangle 6">
            <a:extLst>
              <a:ext uri="{FF2B5EF4-FFF2-40B4-BE49-F238E27FC236}">
                <a16:creationId xmlns:a16="http://schemas.microsoft.com/office/drawing/2014/main" id="{969D2227-F556-6350-06C6-2CCE23109977}"/>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49047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lour Background and Content">
    <p:bg>
      <p:bgPr>
        <a:solidFill>
          <a:srgbClr val="C7FFC6"/>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60F7AC-5D6C-2C65-5880-486692521CCB}"/>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chemeClr val="bg1"/>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BDDC91C-D2C0-29BC-EB3C-10CD00452EC2}"/>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5DCF4916-2DDA-4596-A5E4-FCCC6EFF6C8C}"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780DECE-EB79-91E5-73E3-3EE329BA64CF}"/>
              </a:ext>
            </a:extLst>
          </p:cNvPr>
          <p:cNvSpPr/>
          <p:nvPr userDrawn="1"/>
        </p:nvSpPr>
        <p:spPr>
          <a:xfrm>
            <a:off x="0" y="6959600"/>
            <a:ext cx="1076960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Calm Green and Light Grey.</a:t>
            </a:r>
          </a:p>
        </p:txBody>
      </p:sp>
    </p:spTree>
    <p:extLst>
      <p:ext uri="{BB962C8B-B14F-4D97-AF65-F5344CB8AC3E}">
        <p14:creationId xmlns:p14="http://schemas.microsoft.com/office/powerpoint/2010/main" val="210745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F2B3CD09-C8FF-8026-C233-2B7F637CD96D}"/>
              </a:ext>
            </a:extLst>
          </p:cNvPr>
          <p:cNvSpPr>
            <a:spLocks noGrp="1"/>
          </p:cNvSpPr>
          <p:nvPr>
            <p:ph type="body" sz="quarter" idx="21"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A7728EC-6869-BF41-19DA-8BE69F479A12}"/>
              </a:ext>
            </a:extLst>
          </p:cNvPr>
          <p:cNvSpPr>
            <a:spLocks noGrp="1"/>
          </p:cNvSpPr>
          <p:nvPr>
            <p:ph type="dt" sz="half" idx="12"/>
          </p:nvPr>
        </p:nvSpPr>
        <p:spPr/>
        <p:txBody>
          <a:bodyPr/>
          <a:lstStyle/>
          <a:p>
            <a:fld id="{17A00E87-D74F-4393-AEAA-24EF260EC224}" type="datetime3">
              <a:rPr lang="en-GB" smtClean="0"/>
              <a:t>3 August, 2026</a:t>
            </a:fld>
            <a:endParaRPr lang="en-GB"/>
          </a:p>
        </p:txBody>
      </p:sp>
      <p:sp>
        <p:nvSpPr>
          <p:cNvPr id="3" name="Footer Placeholder 2">
            <a:extLst>
              <a:ext uri="{FF2B5EF4-FFF2-40B4-BE49-F238E27FC236}">
                <a16:creationId xmlns:a16="http://schemas.microsoft.com/office/drawing/2014/main" id="{E0231CFE-F5B9-1AAB-AA10-5CBB4F72D837}"/>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255472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lour Background and Content">
    <p:bg>
      <p:bgPr>
        <a:solidFill>
          <a:srgbClr val="C7FFC6"/>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60F7AC-5D6C-2C65-5880-486692521CCB}"/>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chemeClr val="bg1"/>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2254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Colour Content ">
    <p:bg>
      <p:bgPr>
        <a:solidFill>
          <a:schemeClr val="bg1"/>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9BFB743-0FAA-3401-A4B3-9393024ECD54}"/>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rgbClr val="6CF479"/>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A823045D-4165-EA06-5085-7543BD6F1C53}"/>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3FCD6323-837B-4B1C-8026-79E2F0A3E1DF}"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A50722C3-3F19-751F-2D16-894AEC73B7C7}"/>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423076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 Boxed Content">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751815A-DD25-1E6A-DFFD-275AC38D3815}"/>
              </a:ext>
            </a:extLst>
          </p:cNvPr>
          <p:cNvSpPr>
            <a:spLocks noGrp="1"/>
          </p:cNvSpPr>
          <p:nvPr>
            <p:ph type="title"/>
          </p:nvPr>
        </p:nvSpPr>
        <p:spPr/>
        <p:txBody>
          <a:bodyPr vert="horz"/>
          <a:lstStyle/>
          <a:p>
            <a:r>
              <a:rPr lang="en-GB"/>
              <a:t>Click to edit Master title style</a:t>
            </a:r>
          </a:p>
        </p:txBody>
      </p:sp>
      <p:sp>
        <p:nvSpPr>
          <p:cNvPr id="11" name="Content Placeholder 10">
            <a:extLst>
              <a:ext uri="{FF2B5EF4-FFF2-40B4-BE49-F238E27FC236}">
                <a16:creationId xmlns:a16="http://schemas.microsoft.com/office/drawing/2014/main" id="{3A309FE1-5BB4-A828-5924-92B8762A829C}"/>
              </a:ext>
            </a:extLst>
          </p:cNvPr>
          <p:cNvSpPr>
            <a:spLocks noGrp="1"/>
          </p:cNvSpPr>
          <p:nvPr>
            <p:ph sz="quarter" idx="13"/>
          </p:nvPr>
        </p:nvSpPr>
        <p:spPr>
          <a:xfrm>
            <a:off x="382589" y="1592263"/>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E5418A5E-DACA-97E1-6D53-DBAFA0B501BC}"/>
              </a:ext>
            </a:extLst>
          </p:cNvPr>
          <p:cNvSpPr>
            <a:spLocks noGrp="1"/>
          </p:cNvSpPr>
          <p:nvPr>
            <p:ph sz="quarter" idx="14"/>
          </p:nvPr>
        </p:nvSpPr>
        <p:spPr>
          <a:xfrm>
            <a:off x="6158093" y="1592263"/>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5755C8C2-4351-C268-D581-128090E73B87}"/>
              </a:ext>
            </a:extLst>
          </p:cNvPr>
          <p:cNvSpPr>
            <a:spLocks noGrp="1"/>
          </p:cNvSpPr>
          <p:nvPr>
            <p:ph type="body" sz="quarter" idx="15"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92218E3C-4823-4F89-A60E-2C0500200A2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87266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2"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F02679CB-E303-219C-E924-B0C87EA03969}"/>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7024DF-11DA-4BB2-85CC-3FB4D8D48A0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6736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7" name="Text Placeholder 9">
            <a:extLst>
              <a:ext uri="{FF2B5EF4-FFF2-40B4-BE49-F238E27FC236}">
                <a16:creationId xmlns:a16="http://schemas.microsoft.com/office/drawing/2014/main" id="{3AF1DDF9-AA7E-23A7-F60E-7B4638E17756}"/>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415627B2-6A22-434C-AF60-F2A3480C9CC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14596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3"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2"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2EA3000F-FCB8-2364-438D-CB565BC9B82B}"/>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700B129C-985F-41F9-877C-709D8D9E90F7}"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893073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2"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61293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3"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3"/>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25281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3"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2"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1" y="1592263"/>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548740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ighlighted Text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1714F3-124A-0368-601A-816B286A13DD}"/>
              </a:ext>
            </a:extLst>
          </p:cNvPr>
          <p:cNvSpPr>
            <a:spLocks noGrp="1"/>
          </p:cNvSpPr>
          <p:nvPr>
            <p:ph type="title"/>
          </p:nvPr>
        </p:nvSpPr>
        <p:spPr/>
        <p:txBody>
          <a:bodyPr/>
          <a:lstStyle/>
          <a:p>
            <a:r>
              <a:rPr lang="en-GB"/>
              <a:t>Click to edit Master title style</a:t>
            </a:r>
          </a:p>
        </p:txBody>
      </p:sp>
      <p:sp>
        <p:nvSpPr>
          <p:cNvPr id="2" name="Text Placeholder 1">
            <a:extLst>
              <a:ext uri="{FF2B5EF4-FFF2-40B4-BE49-F238E27FC236}">
                <a16:creationId xmlns:a16="http://schemas.microsoft.com/office/drawing/2014/main" id="{E867829D-94CE-C8CF-9064-16C18AB1884E}"/>
              </a:ext>
            </a:extLst>
          </p:cNvPr>
          <p:cNvSpPr>
            <a:spLocks noGrp="1"/>
          </p:cNvSpPr>
          <p:nvPr>
            <p:ph type="body" sz="quarter" idx="16"/>
          </p:nvPr>
        </p:nvSpPr>
        <p:spPr>
          <a:xfrm>
            <a:off x="382592" y="1590675"/>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bg2"/>
          </a:solidFill>
        </p:spPr>
        <p:txBody>
          <a:bodyPr wrap="square" lIns="216000" tIns="180000" rIns="180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Content Placeholder 21">
            <a:extLst>
              <a:ext uri="{FF2B5EF4-FFF2-40B4-BE49-F238E27FC236}">
                <a16:creationId xmlns:a16="http://schemas.microsoft.com/office/drawing/2014/main" id="{CC6E2891-D272-59C9-A316-72DCD8E4F17B}"/>
              </a:ext>
            </a:extLst>
          </p:cNvPr>
          <p:cNvSpPr>
            <a:spLocks noGrp="1"/>
          </p:cNvSpPr>
          <p:nvPr>
            <p:ph sz="quarter" idx="22"/>
          </p:nvPr>
        </p:nvSpPr>
        <p:spPr>
          <a:xfrm>
            <a:off x="3271841" y="1590675"/>
            <a:ext cx="8521696" cy="4502150"/>
          </a:xfrm>
          <a:custGeom>
            <a:avLst/>
            <a:gdLst>
              <a:gd name="connsiteX0" fmla="*/ 114309 w 8521696"/>
              <a:gd name="connsiteY0" fmla="*/ 0 h 4502150"/>
              <a:gd name="connsiteX1" fmla="*/ 2035707 w 8521696"/>
              <a:gd name="connsiteY1" fmla="*/ 0 h 4502150"/>
              <a:gd name="connsiteX2" fmla="*/ 2628888 w 8521696"/>
              <a:gd name="connsiteY2" fmla="*/ 0 h 4502150"/>
              <a:gd name="connsiteX3" fmla="*/ 3003559 w 8521696"/>
              <a:gd name="connsiteY3" fmla="*/ 0 h 4502150"/>
              <a:gd name="connsiteX4" fmla="*/ 3355221 w 8521696"/>
              <a:gd name="connsiteY4" fmla="*/ 0 h 4502150"/>
              <a:gd name="connsiteX5" fmla="*/ 4550286 w 8521696"/>
              <a:gd name="connsiteY5" fmla="*/ 0 h 4502150"/>
              <a:gd name="connsiteX6" fmla="*/ 5518138 w 8521696"/>
              <a:gd name="connsiteY6" fmla="*/ 0 h 4502150"/>
              <a:gd name="connsiteX7" fmla="*/ 5869800 w 8521696"/>
              <a:gd name="connsiteY7" fmla="*/ 0 h 4502150"/>
              <a:gd name="connsiteX8" fmla="*/ 5881304 w 8521696"/>
              <a:gd name="connsiteY8" fmla="*/ 2323 h 4502150"/>
              <a:gd name="connsiteX9" fmla="*/ 5892808 w 8521696"/>
              <a:gd name="connsiteY9" fmla="*/ 0 h 4502150"/>
              <a:gd name="connsiteX10" fmla="*/ 8407387 w 8521696"/>
              <a:gd name="connsiteY10" fmla="*/ 0 h 4502150"/>
              <a:gd name="connsiteX11" fmla="*/ 8521696 w 8521696"/>
              <a:gd name="connsiteY11" fmla="*/ 114309 h 4502150"/>
              <a:gd name="connsiteX12" fmla="*/ 8521696 w 8521696"/>
              <a:gd name="connsiteY12" fmla="*/ 4387841 h 4502150"/>
              <a:gd name="connsiteX13" fmla="*/ 8407387 w 8521696"/>
              <a:gd name="connsiteY13" fmla="*/ 4502150 h 4502150"/>
              <a:gd name="connsiteX14" fmla="*/ 5892808 w 8521696"/>
              <a:gd name="connsiteY14" fmla="*/ 4502150 h 4502150"/>
              <a:gd name="connsiteX15" fmla="*/ 5881304 w 8521696"/>
              <a:gd name="connsiteY15" fmla="*/ 4499828 h 4502150"/>
              <a:gd name="connsiteX16" fmla="*/ 5869800 w 8521696"/>
              <a:gd name="connsiteY16" fmla="*/ 4502150 h 4502150"/>
              <a:gd name="connsiteX17" fmla="*/ 5518138 w 8521696"/>
              <a:gd name="connsiteY17" fmla="*/ 4502150 h 4502150"/>
              <a:gd name="connsiteX18" fmla="*/ 4550286 w 8521696"/>
              <a:gd name="connsiteY18" fmla="*/ 4502150 h 4502150"/>
              <a:gd name="connsiteX19" fmla="*/ 3355221 w 8521696"/>
              <a:gd name="connsiteY19" fmla="*/ 4502150 h 4502150"/>
              <a:gd name="connsiteX20" fmla="*/ 3003559 w 8521696"/>
              <a:gd name="connsiteY20" fmla="*/ 4502150 h 4502150"/>
              <a:gd name="connsiteX21" fmla="*/ 2628888 w 8521696"/>
              <a:gd name="connsiteY21" fmla="*/ 4502150 h 4502150"/>
              <a:gd name="connsiteX22" fmla="*/ 2035707 w 8521696"/>
              <a:gd name="connsiteY22" fmla="*/ 4502150 h 4502150"/>
              <a:gd name="connsiteX23" fmla="*/ 114309 w 8521696"/>
              <a:gd name="connsiteY23" fmla="*/ 4502150 h 4502150"/>
              <a:gd name="connsiteX24" fmla="*/ 0 w 8521696"/>
              <a:gd name="connsiteY24" fmla="*/ 4387841 h 4502150"/>
              <a:gd name="connsiteX25" fmla="*/ 0 w 8521696"/>
              <a:gd name="connsiteY25" fmla="*/ 114309 h 4502150"/>
              <a:gd name="connsiteX26" fmla="*/ 114309 w 8521696"/>
              <a:gd name="connsiteY26"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21696" h="4502150">
                <a:moveTo>
                  <a:pt x="114309" y="0"/>
                </a:moveTo>
                <a:lnTo>
                  <a:pt x="2035707" y="0"/>
                </a:lnTo>
                <a:lnTo>
                  <a:pt x="2628888" y="0"/>
                </a:lnTo>
                <a:lnTo>
                  <a:pt x="3003559" y="0"/>
                </a:lnTo>
                <a:lnTo>
                  <a:pt x="3355221" y="0"/>
                </a:lnTo>
                <a:lnTo>
                  <a:pt x="4550286" y="0"/>
                </a:lnTo>
                <a:lnTo>
                  <a:pt x="5518138" y="0"/>
                </a:lnTo>
                <a:lnTo>
                  <a:pt x="5869800" y="0"/>
                </a:lnTo>
                <a:lnTo>
                  <a:pt x="5881304" y="2323"/>
                </a:lnTo>
                <a:lnTo>
                  <a:pt x="5892808" y="0"/>
                </a:lnTo>
                <a:lnTo>
                  <a:pt x="8407387" y="0"/>
                </a:lnTo>
                <a:cubicBezTo>
                  <a:pt x="8470518" y="0"/>
                  <a:pt x="8521696" y="51178"/>
                  <a:pt x="8521696" y="114309"/>
                </a:cubicBezTo>
                <a:lnTo>
                  <a:pt x="8521696" y="4387841"/>
                </a:lnTo>
                <a:cubicBezTo>
                  <a:pt x="8521696" y="4450972"/>
                  <a:pt x="8470518" y="4502150"/>
                  <a:pt x="8407387" y="4502150"/>
                </a:cubicBezTo>
                <a:lnTo>
                  <a:pt x="5892808" y="4502150"/>
                </a:lnTo>
                <a:lnTo>
                  <a:pt x="5881304" y="4499828"/>
                </a:lnTo>
                <a:lnTo>
                  <a:pt x="5869800" y="4502150"/>
                </a:lnTo>
                <a:lnTo>
                  <a:pt x="5518138" y="4502150"/>
                </a:lnTo>
                <a:lnTo>
                  <a:pt x="4550286" y="4502150"/>
                </a:lnTo>
                <a:lnTo>
                  <a:pt x="3355221" y="4502150"/>
                </a:lnTo>
                <a:lnTo>
                  <a:pt x="3003559" y="4502150"/>
                </a:lnTo>
                <a:lnTo>
                  <a:pt x="2628888" y="4502150"/>
                </a:lnTo>
                <a:lnTo>
                  <a:pt x="2035707" y="4502150"/>
                </a:lnTo>
                <a:lnTo>
                  <a:pt x="114309" y="4502150"/>
                </a:lnTo>
                <a:cubicBezTo>
                  <a:pt x="51178" y="4502150"/>
                  <a:pt x="0" y="4450972"/>
                  <a:pt x="0" y="4387841"/>
                </a:cubicBezTo>
                <a:lnTo>
                  <a:pt x="0" y="114309"/>
                </a:lnTo>
                <a:cubicBezTo>
                  <a:pt x="0" y="51178"/>
                  <a:pt x="51178" y="0"/>
                  <a:pt x="114309" y="0"/>
                </a:cubicBez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23E02E5D-D374-415E-8CD9-A575564569E5}"/>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098E4F-09D5-4B38-A7E5-0C179C46936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665705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Quote with Image">
    <p:bg>
      <p:bgPr>
        <a:solidFill>
          <a:srgbClr val="11B67A"/>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91A8126-78BF-15C2-9CC7-E2FBE2E57CDE}"/>
              </a:ext>
            </a:extLst>
          </p:cNvPr>
          <p:cNvSpPr>
            <a:spLocks noGrp="1"/>
          </p:cNvSpPr>
          <p:nvPr>
            <p:ph type="pic" sz="quarter" idx="13"/>
          </p:nvPr>
        </p:nvSpPr>
        <p:spPr>
          <a:xfrm>
            <a:off x="0" y="0"/>
            <a:ext cx="6096000" cy="6858000"/>
          </a:xfrm>
          <a:solidFill>
            <a:schemeClr val="bg1"/>
          </a:solidFill>
        </p:spPr>
        <p:txBody>
          <a:bodyPr/>
          <a:lstStyle/>
          <a:p>
            <a:r>
              <a:rPr lang="en-GB"/>
              <a:t>Click icon to add picture</a:t>
            </a:r>
          </a:p>
        </p:txBody>
      </p:sp>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6645275" y="1774824"/>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E665900D-2933-1A3B-B4E5-B10607952514}"/>
              </a:ext>
            </a:extLst>
          </p:cNvPr>
          <p:cNvSpPr>
            <a:spLocks noGrp="1"/>
          </p:cNvSpPr>
          <p:nvPr>
            <p:ph type="body" sz="quarter" idx="15" hasCustomPrompt="1"/>
          </p:nvPr>
        </p:nvSpPr>
        <p:spPr>
          <a:xfrm>
            <a:off x="6645272" y="6135468"/>
            <a:ext cx="514826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lvl1pPr>
              <a:defRPr>
                <a:solidFill>
                  <a:schemeClr val="bg1"/>
                </a:solidFill>
              </a:defRPr>
            </a:lvl1pPr>
          </a:lstStyle>
          <a:p>
            <a:fld id="{7AF2EC71-44F6-4B77-B563-02DEC0B04E17}"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02297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with Graphic">
    <p:bg>
      <p:bgPr>
        <a:solidFill>
          <a:schemeClr val="bg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CDC8C46-78EE-78B9-C1FD-850A29E6CC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24139" t="20420" r="37320" b="4519"/>
          <a:stretch/>
        </p:blipFill>
        <p:spPr>
          <a:xfrm flipH="1" flipV="1">
            <a:off x="6096000" y="0"/>
            <a:ext cx="6096000" cy="6857998"/>
          </a:xfrm>
          <a:prstGeom prst="rect">
            <a:avLst/>
          </a:prstGeom>
        </p:spPr>
      </p:pic>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489108" y="1502727"/>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5A7562EC-918E-EFF9-31DE-6468899B503B}"/>
              </a:ext>
            </a:extLst>
          </p:cNvPr>
          <p:cNvSpPr>
            <a:spLocks noGrp="1"/>
          </p:cNvSpPr>
          <p:nvPr>
            <p:ph type="body" sz="quarter" idx="15" hasCustomPrompt="1"/>
          </p:nvPr>
        </p:nvSpPr>
        <p:spPr>
          <a:xfrm>
            <a:off x="382586" y="6135468"/>
            <a:ext cx="5254785"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p>
            <a:fld id="{5C2E20A6-D279-487E-B6BA-8D3D5A5C6646}"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45015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59939A4-CBAD-3014-493A-DEA795D37320}"/>
              </a:ext>
            </a:extLst>
          </p:cNvPr>
          <p:cNvSpPr>
            <a:spLocks noGrp="1"/>
          </p:cNvSpPr>
          <p:nvPr>
            <p:ph type="pic" sz="quarter" idx="13"/>
          </p:nvPr>
        </p:nvSpPr>
        <p:spPr>
          <a:xfrm>
            <a:off x="0" y="0"/>
            <a:ext cx="12192000" cy="2672557"/>
          </a:xfrm>
        </p:spPr>
        <p:txBody>
          <a:bodyPr/>
          <a:lstStyle/>
          <a:p>
            <a:r>
              <a:rPr lang="en-GB"/>
              <a:t>Click icon to add picture</a:t>
            </a:r>
          </a:p>
        </p:txBody>
      </p:sp>
      <p:sp>
        <p:nvSpPr>
          <p:cNvPr id="16" name="Text Placeholder 15">
            <a:extLst>
              <a:ext uri="{FF2B5EF4-FFF2-40B4-BE49-F238E27FC236}">
                <a16:creationId xmlns:a16="http://schemas.microsoft.com/office/drawing/2014/main" id="{2D508739-B06E-08EF-E5F0-E4E96E4FD38A}"/>
              </a:ext>
            </a:extLst>
          </p:cNvPr>
          <p:cNvSpPr>
            <a:spLocks noGrp="1"/>
          </p:cNvSpPr>
          <p:nvPr>
            <p:ph type="body" sz="quarter" idx="14"/>
          </p:nvPr>
        </p:nvSpPr>
        <p:spPr>
          <a:xfrm>
            <a:off x="382588" y="3142527"/>
            <a:ext cx="11410950" cy="2950298"/>
          </a:xfrm>
        </p:spPr>
        <p:txBody>
          <a:bodyPr anchor="ctr"/>
          <a:lstStyle>
            <a:lvl1pPr algn="ctr">
              <a:lnSpc>
                <a:spcPct val="90000"/>
              </a:lnSpc>
              <a:spcAft>
                <a:spcPts val="600"/>
              </a:spcAft>
              <a:defRPr sz="5400">
                <a:solidFill>
                  <a:schemeClr val="tx1"/>
                </a:solidFill>
              </a:defRPr>
            </a:lvl1pPr>
            <a:lvl2pPr algn="ctr">
              <a:defRPr sz="2400">
                <a:solidFill>
                  <a:schemeClr val="tx1"/>
                </a:solidFill>
              </a:defRPr>
            </a:lvl2pPr>
            <a:lvl3pPr marL="0" indent="0">
              <a:buNone/>
              <a:defRPr/>
            </a:lvl3pPr>
          </a:lstStyle>
          <a:p>
            <a:pPr lvl="0"/>
            <a:r>
              <a:rPr lang="en-GB"/>
              <a:t>Click to edit Master text styles</a:t>
            </a:r>
          </a:p>
          <a:p>
            <a:pPr lvl="1"/>
            <a:r>
              <a:rPr lang="en-GB"/>
              <a:t>Second level</a:t>
            </a:r>
          </a:p>
        </p:txBody>
      </p:sp>
      <p:sp>
        <p:nvSpPr>
          <p:cNvPr id="6" name="Text Placeholder 9">
            <a:extLst>
              <a:ext uri="{FF2B5EF4-FFF2-40B4-BE49-F238E27FC236}">
                <a16:creationId xmlns:a16="http://schemas.microsoft.com/office/drawing/2014/main" id="{E71A8715-80D0-471B-3625-626F9594F6C9}"/>
              </a:ext>
            </a:extLst>
          </p:cNvPr>
          <p:cNvSpPr>
            <a:spLocks noGrp="1"/>
          </p:cNvSpPr>
          <p:nvPr>
            <p:ph type="body" sz="quarter" idx="15"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9862227F-189B-731B-D249-97731B04F81A}"/>
              </a:ext>
            </a:extLst>
          </p:cNvPr>
          <p:cNvSpPr>
            <a:spLocks noGrp="1"/>
          </p:cNvSpPr>
          <p:nvPr>
            <p:ph type="dt" sz="half" idx="12"/>
          </p:nvPr>
        </p:nvSpPr>
        <p:spPr/>
        <p:txBody>
          <a:bodyPr/>
          <a:lstStyle/>
          <a:p>
            <a:fld id="{F5DC3E29-FC20-4DEC-A8BD-FE3435ABEA57}" type="datetime3">
              <a:rPr lang="en-GB" smtClean="0"/>
              <a:t>3 August, 2026</a:t>
            </a:fld>
            <a:endParaRPr lang="en-GB"/>
          </a:p>
        </p:txBody>
      </p:sp>
      <p:sp>
        <p:nvSpPr>
          <p:cNvPr id="3" name="Footer Placeholder 2">
            <a:extLst>
              <a:ext uri="{FF2B5EF4-FFF2-40B4-BE49-F238E27FC236}">
                <a16:creationId xmlns:a16="http://schemas.microsoft.com/office/drawing/2014/main" id="{13E88FD4-F5DD-A610-093E-03694871DD5E}"/>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DDC8499C-4A44-CD9E-8887-D84ED74B6E4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294770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am Slide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13" name="Picture Placeholder 37">
            <a:extLst>
              <a:ext uri="{FF2B5EF4-FFF2-40B4-BE49-F238E27FC236}">
                <a16:creationId xmlns:a16="http://schemas.microsoft.com/office/drawing/2014/main" id="{150D1E2A-826F-D064-34F1-0BCE767BAF69}"/>
              </a:ext>
            </a:extLst>
          </p:cNvPr>
          <p:cNvSpPr>
            <a:spLocks noGrp="1"/>
          </p:cNvSpPr>
          <p:nvPr>
            <p:ph type="pic" sz="quarter" idx="35"/>
          </p:nvPr>
        </p:nvSpPr>
        <p:spPr>
          <a:xfrm>
            <a:off x="382586"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2" name="Text Placeholder 21">
            <a:extLst>
              <a:ext uri="{FF2B5EF4-FFF2-40B4-BE49-F238E27FC236}">
                <a16:creationId xmlns:a16="http://schemas.microsoft.com/office/drawing/2014/main" id="{6A65733F-76D0-12BA-0735-F3BEB13050A9}"/>
              </a:ext>
            </a:extLst>
          </p:cNvPr>
          <p:cNvSpPr>
            <a:spLocks noGrp="1"/>
          </p:cNvSpPr>
          <p:nvPr>
            <p:ph type="body" sz="quarter" idx="40"/>
          </p:nvPr>
        </p:nvSpPr>
        <p:spPr>
          <a:xfrm>
            <a:off x="2453364"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32">
            <a:extLst>
              <a:ext uri="{FF2B5EF4-FFF2-40B4-BE49-F238E27FC236}">
                <a16:creationId xmlns:a16="http://schemas.microsoft.com/office/drawing/2014/main" id="{52808A5B-AD54-4EA5-6C44-777412FD7C5E}"/>
              </a:ext>
            </a:extLst>
          </p:cNvPr>
          <p:cNvSpPr>
            <a:spLocks noGrp="1"/>
          </p:cNvSpPr>
          <p:nvPr>
            <p:ph type="pic" sz="quarter" idx="32"/>
          </p:nvPr>
        </p:nvSpPr>
        <p:spPr>
          <a:xfrm>
            <a:off x="6180139"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4" name="Text Placeholder 23">
            <a:extLst>
              <a:ext uri="{FF2B5EF4-FFF2-40B4-BE49-F238E27FC236}">
                <a16:creationId xmlns:a16="http://schemas.microsoft.com/office/drawing/2014/main" id="{A9703B0E-7A0D-BEEF-B418-7E873031C632}"/>
              </a:ext>
            </a:extLst>
          </p:cNvPr>
          <p:cNvSpPr>
            <a:spLocks noGrp="1"/>
          </p:cNvSpPr>
          <p:nvPr>
            <p:ph type="body" sz="quarter" idx="42"/>
          </p:nvPr>
        </p:nvSpPr>
        <p:spPr>
          <a:xfrm>
            <a:off x="8237792"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41">
            <a:extLst>
              <a:ext uri="{FF2B5EF4-FFF2-40B4-BE49-F238E27FC236}">
                <a16:creationId xmlns:a16="http://schemas.microsoft.com/office/drawing/2014/main" id="{5F13C956-C13D-9712-7D6C-F3AE7F742D8E}"/>
              </a:ext>
            </a:extLst>
          </p:cNvPr>
          <p:cNvSpPr>
            <a:spLocks noGrp="1"/>
          </p:cNvSpPr>
          <p:nvPr>
            <p:ph type="pic" sz="quarter" idx="39"/>
          </p:nvPr>
        </p:nvSpPr>
        <p:spPr>
          <a:xfrm>
            <a:off x="382586"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3" name="Text Placeholder 22">
            <a:extLst>
              <a:ext uri="{FF2B5EF4-FFF2-40B4-BE49-F238E27FC236}">
                <a16:creationId xmlns:a16="http://schemas.microsoft.com/office/drawing/2014/main" id="{69CA158F-8B43-966B-6008-4D0D51BBE85B}"/>
              </a:ext>
            </a:extLst>
          </p:cNvPr>
          <p:cNvSpPr>
            <a:spLocks noGrp="1"/>
          </p:cNvSpPr>
          <p:nvPr>
            <p:ph type="body" sz="quarter" idx="41"/>
          </p:nvPr>
        </p:nvSpPr>
        <p:spPr>
          <a:xfrm>
            <a:off x="2453364"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Picture Placeholder 39">
            <a:extLst>
              <a:ext uri="{FF2B5EF4-FFF2-40B4-BE49-F238E27FC236}">
                <a16:creationId xmlns:a16="http://schemas.microsoft.com/office/drawing/2014/main" id="{594C5E70-2EB4-5177-332C-384ACAF9D1A8}"/>
              </a:ext>
            </a:extLst>
          </p:cNvPr>
          <p:cNvSpPr>
            <a:spLocks noGrp="1"/>
          </p:cNvSpPr>
          <p:nvPr>
            <p:ph type="pic" sz="quarter" idx="37"/>
          </p:nvPr>
        </p:nvSpPr>
        <p:spPr>
          <a:xfrm>
            <a:off x="6180139"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5" name="Text Placeholder 24">
            <a:extLst>
              <a:ext uri="{FF2B5EF4-FFF2-40B4-BE49-F238E27FC236}">
                <a16:creationId xmlns:a16="http://schemas.microsoft.com/office/drawing/2014/main" id="{7B113870-20C7-72CF-9D6C-AC28C03DDDB5}"/>
              </a:ext>
            </a:extLst>
          </p:cNvPr>
          <p:cNvSpPr>
            <a:spLocks noGrp="1"/>
          </p:cNvSpPr>
          <p:nvPr>
            <p:ph type="body" sz="quarter" idx="43"/>
          </p:nvPr>
        </p:nvSpPr>
        <p:spPr>
          <a:xfrm>
            <a:off x="8237792"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56F15F3-E97E-9CD7-6F64-4988071CA2C0}"/>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9509AC16-4597-4703-88D6-BCD7199FEFD1}"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03279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Team Slide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56" name="Picture Placeholder 55">
            <a:extLst>
              <a:ext uri="{FF2B5EF4-FFF2-40B4-BE49-F238E27FC236}">
                <a16:creationId xmlns:a16="http://schemas.microsoft.com/office/drawing/2014/main" id="{91B1ED11-2A95-3D55-EFC0-6D97C85D9B1E}"/>
              </a:ext>
            </a:extLst>
          </p:cNvPr>
          <p:cNvSpPr>
            <a:spLocks noGrp="1"/>
          </p:cNvSpPr>
          <p:nvPr>
            <p:ph type="pic" sz="quarter" idx="38"/>
          </p:nvPr>
        </p:nvSpPr>
        <p:spPr>
          <a:xfrm>
            <a:off x="382586"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5" name="Text Placeholder 54">
            <a:extLst>
              <a:ext uri="{FF2B5EF4-FFF2-40B4-BE49-F238E27FC236}">
                <a16:creationId xmlns:a16="http://schemas.microsoft.com/office/drawing/2014/main" id="{86296103-08EC-2B03-A45C-8D3A42CF27AA}"/>
              </a:ext>
            </a:extLst>
          </p:cNvPr>
          <p:cNvSpPr>
            <a:spLocks noGrp="1"/>
          </p:cNvSpPr>
          <p:nvPr>
            <p:ph type="body" sz="quarter" idx="37"/>
          </p:nvPr>
        </p:nvSpPr>
        <p:spPr>
          <a:xfrm>
            <a:off x="1457235"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8" name="Picture Placeholder 57">
            <a:extLst>
              <a:ext uri="{FF2B5EF4-FFF2-40B4-BE49-F238E27FC236}">
                <a16:creationId xmlns:a16="http://schemas.microsoft.com/office/drawing/2014/main" id="{1BFDAE90-1CDB-6673-EB93-68B73DE497D0}"/>
              </a:ext>
            </a:extLst>
          </p:cNvPr>
          <p:cNvSpPr>
            <a:spLocks noGrp="1"/>
          </p:cNvSpPr>
          <p:nvPr>
            <p:ph type="pic" sz="quarter" idx="40"/>
          </p:nvPr>
        </p:nvSpPr>
        <p:spPr>
          <a:xfrm>
            <a:off x="382586"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7" name="Text Placeholder 56">
            <a:extLst>
              <a:ext uri="{FF2B5EF4-FFF2-40B4-BE49-F238E27FC236}">
                <a16:creationId xmlns:a16="http://schemas.microsoft.com/office/drawing/2014/main" id="{26270669-67C2-7248-76D6-1BAF2A7DA2D2}"/>
              </a:ext>
            </a:extLst>
          </p:cNvPr>
          <p:cNvSpPr>
            <a:spLocks noGrp="1"/>
          </p:cNvSpPr>
          <p:nvPr>
            <p:ph type="body" sz="quarter" idx="39"/>
          </p:nvPr>
        </p:nvSpPr>
        <p:spPr>
          <a:xfrm>
            <a:off x="1457235"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0" name="Picture Placeholder 59">
            <a:extLst>
              <a:ext uri="{FF2B5EF4-FFF2-40B4-BE49-F238E27FC236}">
                <a16:creationId xmlns:a16="http://schemas.microsoft.com/office/drawing/2014/main" id="{BDEF1D29-B071-3415-DFB5-6351A9A49AF6}"/>
              </a:ext>
            </a:extLst>
          </p:cNvPr>
          <p:cNvSpPr>
            <a:spLocks noGrp="1"/>
          </p:cNvSpPr>
          <p:nvPr>
            <p:ph type="pic" sz="quarter" idx="42"/>
          </p:nvPr>
        </p:nvSpPr>
        <p:spPr>
          <a:xfrm>
            <a:off x="382586"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9" name="Text Placeholder 58">
            <a:extLst>
              <a:ext uri="{FF2B5EF4-FFF2-40B4-BE49-F238E27FC236}">
                <a16:creationId xmlns:a16="http://schemas.microsoft.com/office/drawing/2014/main" id="{6EA691B7-1A79-FD93-391C-0F95CEEB0CD5}"/>
              </a:ext>
            </a:extLst>
          </p:cNvPr>
          <p:cNvSpPr>
            <a:spLocks noGrp="1"/>
          </p:cNvSpPr>
          <p:nvPr>
            <p:ph type="body" sz="quarter" idx="41"/>
          </p:nvPr>
        </p:nvSpPr>
        <p:spPr>
          <a:xfrm>
            <a:off x="1457235"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2" name="Picture Placeholder 61">
            <a:extLst>
              <a:ext uri="{FF2B5EF4-FFF2-40B4-BE49-F238E27FC236}">
                <a16:creationId xmlns:a16="http://schemas.microsoft.com/office/drawing/2014/main" id="{524C129E-9D07-6ACC-1C85-41560C09CBC8}"/>
              </a:ext>
            </a:extLst>
          </p:cNvPr>
          <p:cNvSpPr>
            <a:spLocks noGrp="1"/>
          </p:cNvSpPr>
          <p:nvPr>
            <p:ph type="pic" sz="quarter" idx="44"/>
          </p:nvPr>
        </p:nvSpPr>
        <p:spPr>
          <a:xfrm>
            <a:off x="382586"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61" name="Text Placeholder 60">
            <a:extLst>
              <a:ext uri="{FF2B5EF4-FFF2-40B4-BE49-F238E27FC236}">
                <a16:creationId xmlns:a16="http://schemas.microsoft.com/office/drawing/2014/main" id="{CE607E41-61FB-3899-9D87-D967BCBB4862}"/>
              </a:ext>
            </a:extLst>
          </p:cNvPr>
          <p:cNvSpPr>
            <a:spLocks noGrp="1"/>
          </p:cNvSpPr>
          <p:nvPr>
            <p:ph type="body" sz="quarter" idx="43"/>
          </p:nvPr>
        </p:nvSpPr>
        <p:spPr>
          <a:xfrm>
            <a:off x="1457235"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47" name="Picture Placeholder 46">
            <a:extLst>
              <a:ext uri="{FF2B5EF4-FFF2-40B4-BE49-F238E27FC236}">
                <a16:creationId xmlns:a16="http://schemas.microsoft.com/office/drawing/2014/main" id="{956EEDF0-AF11-A458-A038-2EC53BC87C00}"/>
              </a:ext>
            </a:extLst>
          </p:cNvPr>
          <p:cNvSpPr>
            <a:spLocks noGrp="1"/>
          </p:cNvSpPr>
          <p:nvPr>
            <p:ph type="pic" sz="quarter" idx="30"/>
          </p:nvPr>
        </p:nvSpPr>
        <p:spPr>
          <a:xfrm>
            <a:off x="6167014"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8" name="Text Placeholder 47">
            <a:extLst>
              <a:ext uri="{FF2B5EF4-FFF2-40B4-BE49-F238E27FC236}">
                <a16:creationId xmlns:a16="http://schemas.microsoft.com/office/drawing/2014/main" id="{3F9EE951-49E8-B7AD-2AF9-BAABB3A4083A}"/>
              </a:ext>
            </a:extLst>
          </p:cNvPr>
          <p:cNvSpPr>
            <a:spLocks noGrp="1"/>
          </p:cNvSpPr>
          <p:nvPr>
            <p:ph type="body" sz="quarter" idx="24"/>
          </p:nvPr>
        </p:nvSpPr>
        <p:spPr>
          <a:xfrm>
            <a:off x="7241663"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0" name="Picture Placeholder 49">
            <a:extLst>
              <a:ext uri="{FF2B5EF4-FFF2-40B4-BE49-F238E27FC236}">
                <a16:creationId xmlns:a16="http://schemas.microsoft.com/office/drawing/2014/main" id="{C045B94B-9366-FDCB-DE9D-F25EA04C56AE}"/>
              </a:ext>
            </a:extLst>
          </p:cNvPr>
          <p:cNvSpPr>
            <a:spLocks noGrp="1"/>
          </p:cNvSpPr>
          <p:nvPr>
            <p:ph type="pic" sz="quarter" idx="32"/>
          </p:nvPr>
        </p:nvSpPr>
        <p:spPr>
          <a:xfrm>
            <a:off x="6167014"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9" name="Text Placeholder 48">
            <a:extLst>
              <a:ext uri="{FF2B5EF4-FFF2-40B4-BE49-F238E27FC236}">
                <a16:creationId xmlns:a16="http://schemas.microsoft.com/office/drawing/2014/main" id="{2CF3FC91-74AD-51D6-1291-AA9E7C14EE22}"/>
              </a:ext>
            </a:extLst>
          </p:cNvPr>
          <p:cNvSpPr>
            <a:spLocks noGrp="1"/>
          </p:cNvSpPr>
          <p:nvPr>
            <p:ph type="body" sz="quarter" idx="31"/>
          </p:nvPr>
        </p:nvSpPr>
        <p:spPr>
          <a:xfrm>
            <a:off x="7241663"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2" name="Picture Placeholder 51">
            <a:extLst>
              <a:ext uri="{FF2B5EF4-FFF2-40B4-BE49-F238E27FC236}">
                <a16:creationId xmlns:a16="http://schemas.microsoft.com/office/drawing/2014/main" id="{57702AE0-4A0E-2D1F-BE6C-555C11DF209C}"/>
              </a:ext>
            </a:extLst>
          </p:cNvPr>
          <p:cNvSpPr>
            <a:spLocks noGrp="1"/>
          </p:cNvSpPr>
          <p:nvPr>
            <p:ph type="pic" sz="quarter" idx="34"/>
          </p:nvPr>
        </p:nvSpPr>
        <p:spPr>
          <a:xfrm>
            <a:off x="6167014"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1" name="Text Placeholder 50">
            <a:extLst>
              <a:ext uri="{FF2B5EF4-FFF2-40B4-BE49-F238E27FC236}">
                <a16:creationId xmlns:a16="http://schemas.microsoft.com/office/drawing/2014/main" id="{95AE16F2-952F-47E8-C173-5B61A4EAF0C0}"/>
              </a:ext>
            </a:extLst>
          </p:cNvPr>
          <p:cNvSpPr>
            <a:spLocks noGrp="1"/>
          </p:cNvSpPr>
          <p:nvPr>
            <p:ph type="body" sz="quarter" idx="33"/>
          </p:nvPr>
        </p:nvSpPr>
        <p:spPr>
          <a:xfrm>
            <a:off x="7241663"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4" name="Picture Placeholder 53">
            <a:extLst>
              <a:ext uri="{FF2B5EF4-FFF2-40B4-BE49-F238E27FC236}">
                <a16:creationId xmlns:a16="http://schemas.microsoft.com/office/drawing/2014/main" id="{A396376E-618F-722D-A43E-31E50A883CDE}"/>
              </a:ext>
            </a:extLst>
          </p:cNvPr>
          <p:cNvSpPr>
            <a:spLocks noGrp="1"/>
          </p:cNvSpPr>
          <p:nvPr>
            <p:ph type="pic" sz="quarter" idx="36"/>
          </p:nvPr>
        </p:nvSpPr>
        <p:spPr>
          <a:xfrm>
            <a:off x="6167014"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3" name="Text Placeholder 52">
            <a:extLst>
              <a:ext uri="{FF2B5EF4-FFF2-40B4-BE49-F238E27FC236}">
                <a16:creationId xmlns:a16="http://schemas.microsoft.com/office/drawing/2014/main" id="{6F49C1D9-7ABD-B9AE-493C-D91B1332D692}"/>
              </a:ext>
            </a:extLst>
          </p:cNvPr>
          <p:cNvSpPr>
            <a:spLocks noGrp="1"/>
          </p:cNvSpPr>
          <p:nvPr>
            <p:ph type="body" sz="quarter" idx="35"/>
          </p:nvPr>
        </p:nvSpPr>
        <p:spPr>
          <a:xfrm>
            <a:off x="7241663"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9" name="Text Placeholder 9">
            <a:extLst>
              <a:ext uri="{FF2B5EF4-FFF2-40B4-BE49-F238E27FC236}">
                <a16:creationId xmlns:a16="http://schemas.microsoft.com/office/drawing/2014/main" id="{5654F61A-40DC-0ECF-01B6-937B465AAE03}"/>
              </a:ext>
            </a:extLst>
          </p:cNvPr>
          <p:cNvSpPr>
            <a:spLocks noGrp="1"/>
          </p:cNvSpPr>
          <p:nvPr>
            <p:ph type="body" sz="quarter" idx="29"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79B5AF2C-FDA2-4FE0-AB6E-5F602152AB6B}"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7FFF1771-8FDE-3CA6-1AA5-B9FDAE2FD89F}"/>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colours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05938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58C5546-A39E-4455-2571-16F2A048D7E4}"/>
              </a:ext>
            </a:extLst>
          </p:cNvPr>
          <p:cNvSpPr>
            <a:spLocks noGrp="1"/>
          </p:cNvSpPr>
          <p:nvPr>
            <p:ph type="title"/>
          </p:nvPr>
        </p:nvSpPr>
        <p:spPr/>
        <p:txBody>
          <a:bodyPr vert="horz"/>
          <a:lstStyle/>
          <a:p>
            <a:r>
              <a:rPr lang="en-GB"/>
              <a:t>Click to edit Master title style</a:t>
            </a:r>
          </a:p>
        </p:txBody>
      </p:sp>
      <p:sp>
        <p:nvSpPr>
          <p:cNvPr id="2" name="Text Placeholder 9">
            <a:extLst>
              <a:ext uri="{FF2B5EF4-FFF2-40B4-BE49-F238E27FC236}">
                <a16:creationId xmlns:a16="http://schemas.microsoft.com/office/drawing/2014/main" id="{1FF9F1A9-55B6-0E82-104A-5B94805416EE}"/>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9249EE7A-E6BC-4FBE-8E14-1F37D5EBA44D}"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1296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FDC861E3-BD6E-4D0A-8AE3-00F2F1CB5275}"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165070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3337699" y="1251945"/>
            <a:ext cx="5516574" cy="1670522"/>
          </a:xfrm>
          <a:prstGeom prst="rect">
            <a:avLst/>
          </a:prstGeom>
          <a:noFill/>
        </p:spPr>
        <p:txBody>
          <a:bodyPr wrap="none" lIns="0" tIns="0" rIns="0" bIns="0" rtlCol="0" anchor="b">
            <a:spAutoFit/>
          </a:bodyPr>
          <a:lstStyle/>
          <a:p>
            <a:pPr marL="0" marR="0" indent="0" algn="ctr" defTabSz="914400"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002891" y="2963458"/>
            <a:ext cx="8186215" cy="1477328"/>
          </a:xfrm>
          <a:prstGeom prst="rect">
            <a:avLst/>
          </a:prstGeom>
          <a:noFill/>
        </p:spPr>
        <p:txBody>
          <a:bodyPr wrap="none" lIns="0" tIns="0" rIns="0" bIns="0" rtlCol="0">
            <a:spAutoFit/>
          </a:bodyPr>
          <a:lstStyle/>
          <a:p>
            <a:pPr marL="0" marR="0" indent="0" algn="ctr" defTabSz="914400"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660788" y="5172703"/>
            <a:ext cx="6870472" cy="276999"/>
          </a:xfrm>
          <a:prstGeom prst="rect">
            <a:avLst/>
          </a:prstGeom>
          <a:noFill/>
        </p:spPr>
        <p:txBody>
          <a:bodyPr wrap="none" lIns="0" tIns="0" rIns="0" bIns="0" rtlCol="0">
            <a:spAutoFit/>
          </a:bodyPr>
          <a:lstStyle/>
          <a:p>
            <a:pPr marL="0" marR="0" indent="0" algn="ctr" defTabSz="914400"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28012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F144-A0C3-D5DC-6B11-A1909AEE399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31088E-74F0-C961-D4EA-E6759180AC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4BC55C8-8D36-80BE-6046-59B54587AF7C}"/>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AC74ACA1-CAB2-8C79-03D9-871407DEAF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2DCC03-B56A-1228-0DA2-4DEEBB31E9D3}"/>
              </a:ext>
            </a:extLst>
          </p:cNvPr>
          <p:cNvSpPr>
            <a:spLocks noGrp="1"/>
          </p:cNvSpPr>
          <p:nvPr>
            <p:ph type="sldNum" sz="quarter" idx="12"/>
          </p:nvPr>
        </p:nvSpPr>
        <p:spPr/>
        <p:txBody>
          <a:bodyPr/>
          <a:lstStyle/>
          <a:p>
            <a:fld id="{EC8A7719-D7EB-9C40-B9E0-664B0779107E}" type="slidenum">
              <a:rPr lang="en-GB" smtClean="0"/>
              <a:t>‹#›</a:t>
            </a:fld>
            <a:endParaRPr lang="en-GB"/>
          </a:p>
        </p:txBody>
      </p:sp>
    </p:spTree>
    <p:extLst>
      <p:ext uri="{BB962C8B-B14F-4D97-AF65-F5344CB8AC3E}">
        <p14:creationId xmlns:p14="http://schemas.microsoft.com/office/powerpoint/2010/main" val="403590712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ext Only White BG">
    <p:bg>
      <p:bgPr>
        <a:solidFill>
          <a:srgbClr val="FFFFFF"/>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A3D7EF4-BDB6-C329-76F5-806EF5A0B3AE}"/>
              </a:ext>
            </a:extLst>
          </p:cNvPr>
          <p:cNvSpPr>
            <a:spLocks noGrp="1"/>
          </p:cNvSpPr>
          <p:nvPr>
            <p:ph type="body" sz="quarter" idx="10" hasCustomPrompt="1"/>
          </p:nvPr>
        </p:nvSpPr>
        <p:spPr>
          <a:xfrm>
            <a:off x="578547" y="385787"/>
            <a:ext cx="8243902" cy="1469758"/>
          </a:xfrm>
          <a:prstGeom prst="rect">
            <a:avLst/>
          </a:prstGeom>
        </p:spPr>
        <p:txBody>
          <a:bodyPr lIns="0"/>
          <a:lstStyle>
            <a:lvl1pPr>
              <a:lnSpc>
                <a:spcPct val="90000"/>
              </a:lnSpc>
              <a:defRPr lang="en-GB" sz="4851" b="1" i="0" spc="-85" dirty="0">
                <a:gradFill flip="none" rotWithShape="1">
                  <a:gsLst>
                    <a:gs pos="0">
                      <a:srgbClr val="007C43"/>
                    </a:gs>
                    <a:gs pos="70000">
                      <a:srgbClr val="68A445"/>
                    </a:gs>
                  </a:gsLst>
                  <a:lin ang="0" scaled="1"/>
                  <a:tileRect/>
                </a:gradFill>
                <a:latin typeface="Poppins"/>
                <a:ea typeface="+mj-ea"/>
                <a:cs typeface="Poppins"/>
              </a:defRPr>
            </a:lvl1pPr>
          </a:lstStyle>
          <a:p>
            <a:pPr lvl="0"/>
            <a:r>
              <a:rPr lang="en-GB"/>
              <a:t>Insert title here</a:t>
            </a:r>
          </a:p>
        </p:txBody>
      </p:sp>
      <p:sp>
        <p:nvSpPr>
          <p:cNvPr id="4" name="Text Placeholder 3">
            <a:extLst>
              <a:ext uri="{FF2B5EF4-FFF2-40B4-BE49-F238E27FC236}">
                <a16:creationId xmlns:a16="http://schemas.microsoft.com/office/drawing/2014/main" id="{C8C14D09-A874-2089-376F-724186D43914}"/>
              </a:ext>
            </a:extLst>
          </p:cNvPr>
          <p:cNvSpPr>
            <a:spLocks noGrp="1"/>
          </p:cNvSpPr>
          <p:nvPr>
            <p:ph type="body" sz="quarter" idx="15"/>
          </p:nvPr>
        </p:nvSpPr>
        <p:spPr>
          <a:xfrm>
            <a:off x="596893" y="2142818"/>
            <a:ext cx="8225556" cy="3465581"/>
          </a:xfrm>
          <a:prstGeom prst="rect">
            <a:avLst/>
          </a:prstGeom>
        </p:spPr>
        <p:txBody>
          <a:bodyPr/>
          <a:lstStyle>
            <a:lvl1pPr algn="l">
              <a:defRPr>
                <a:solidFill>
                  <a:srgbClr val="383738"/>
                </a:solidFill>
                <a:latin typeface="Poppins" panose="00000500000000000000" pitchFamily="2" charset="0"/>
                <a:cs typeface="Poppins" panose="00000500000000000000" pitchFamily="2" charset="0"/>
              </a:defRPr>
            </a:lvl1pPr>
            <a:lvl2pPr>
              <a:defRPr>
                <a:solidFill>
                  <a:schemeClr val="bg1"/>
                </a:solidFill>
                <a:latin typeface="Poppins" panose="00000500000000000000" pitchFamily="2" charset="0"/>
                <a:cs typeface="Poppins" panose="00000500000000000000" pitchFamily="2" charset="0"/>
              </a:defRPr>
            </a:lvl2pPr>
            <a:lvl3pPr>
              <a:defRPr>
                <a:solidFill>
                  <a:schemeClr val="bg1"/>
                </a:solidFill>
                <a:latin typeface="Poppins" panose="00000500000000000000" pitchFamily="2" charset="0"/>
                <a:cs typeface="Poppins" panose="00000500000000000000" pitchFamily="2" charset="0"/>
              </a:defRPr>
            </a:lvl3pPr>
            <a:lvl4pPr>
              <a:defRPr>
                <a:solidFill>
                  <a:schemeClr val="bg1"/>
                </a:solidFill>
                <a:latin typeface="Poppins" panose="00000500000000000000" pitchFamily="2" charset="0"/>
                <a:cs typeface="Poppins" panose="00000500000000000000" pitchFamily="2" charset="0"/>
              </a:defRPr>
            </a:lvl4pPr>
            <a:lvl5pPr>
              <a:defRPr>
                <a:solidFill>
                  <a:schemeClr val="bg1"/>
                </a:solidFill>
                <a:latin typeface="Poppins" panose="00000500000000000000" pitchFamily="2" charset="0"/>
                <a:cs typeface="Poppins" panose="00000500000000000000" pitchFamily="2" charset="0"/>
              </a:defRPr>
            </a:lvl5pPr>
          </a:lstStyle>
          <a:p>
            <a:pPr lvl="0"/>
            <a:r>
              <a:rPr lang="en-US"/>
              <a:t>Click to edit</a:t>
            </a:r>
          </a:p>
        </p:txBody>
      </p:sp>
      <p:sp>
        <p:nvSpPr>
          <p:cNvPr id="3" name="Holder 6">
            <a:extLst>
              <a:ext uri="{FF2B5EF4-FFF2-40B4-BE49-F238E27FC236}">
                <a16:creationId xmlns:a16="http://schemas.microsoft.com/office/drawing/2014/main" id="{BCA0D032-C06D-A012-2254-514C66032B04}"/>
              </a:ext>
            </a:extLst>
          </p:cNvPr>
          <p:cNvSpPr>
            <a:spLocks noGrp="1"/>
          </p:cNvSpPr>
          <p:nvPr>
            <p:ph type="sldNum" sz="quarter" idx="4"/>
          </p:nvPr>
        </p:nvSpPr>
        <p:spPr>
          <a:xfrm>
            <a:off x="9053270" y="6432505"/>
            <a:ext cx="2804160" cy="130645"/>
          </a:xfrm>
          <a:prstGeom prst="rect">
            <a:avLst/>
          </a:prstGeom>
        </p:spPr>
        <p:txBody>
          <a:bodyPr wrap="square" lIns="0" tIns="0" rIns="0" bIns="0">
            <a:spAutoFit/>
          </a:bodyPr>
          <a:lstStyle>
            <a:lvl1pPr algn="r">
              <a:defRPr sz="849">
                <a:solidFill>
                  <a:srgbClr val="383738"/>
                </a:solidFill>
                <a:latin typeface="Poppins" panose="00000500000000000000" pitchFamily="2" charset="0"/>
                <a:cs typeface="Poppins" panose="00000500000000000000" pitchFamily="2" charset="0"/>
              </a:defRPr>
            </a:lvl1pPr>
          </a:lstStyle>
          <a:p>
            <a:fld id="{B6F15528-21DE-4FAA-801E-634DDDAF4B2B}" type="slidenum">
              <a:rPr lang="en-GB" smtClean="0"/>
              <a:pPr/>
              <a:t>‹#›</a:t>
            </a:fld>
            <a:endParaRPr lang="en-GB"/>
          </a:p>
        </p:txBody>
      </p:sp>
      <p:pic>
        <p:nvPicPr>
          <p:cNvPr id="2" name="Picture 1">
            <a:extLst>
              <a:ext uri="{FF2B5EF4-FFF2-40B4-BE49-F238E27FC236}">
                <a16:creationId xmlns:a16="http://schemas.microsoft.com/office/drawing/2014/main" id="{9867B4DB-4D39-935F-6874-95545F6887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574615" y="321634"/>
            <a:ext cx="1297759" cy="657774"/>
          </a:xfrm>
          <a:prstGeom prst="rect">
            <a:avLst/>
          </a:prstGeom>
        </p:spPr>
      </p:pic>
    </p:spTree>
    <p:extLst>
      <p:ext uri="{BB962C8B-B14F-4D97-AF65-F5344CB8AC3E}">
        <p14:creationId xmlns:p14="http://schemas.microsoft.com/office/powerpoint/2010/main" val="1288494606"/>
      </p:ext>
    </p:extLst>
  </p:cSld>
  <p:clrMapOvr>
    <a:masterClrMapping/>
  </p:clrMapOvr>
  <p:extLst>
    <p:ext uri="{DCECCB84-F9BA-43D5-87BE-67443E8EF086}">
      <p15:sldGuideLst xmlns:p15="http://schemas.microsoft.com/office/powerpoint/2012/main">
        <p15:guide id="1" orient="horz" pos="3562">
          <p15:clr>
            <a:srgbClr val="FBAE40"/>
          </p15:clr>
        </p15:guide>
        <p15:guide id="2" pos="62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5"/>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3"/>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085929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15965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8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1"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7"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0"/>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4"/>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127413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4_Team Slide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13" name="Picture Placeholder 37">
            <a:extLst>
              <a:ext uri="{FF2B5EF4-FFF2-40B4-BE49-F238E27FC236}">
                <a16:creationId xmlns:a16="http://schemas.microsoft.com/office/drawing/2014/main" id="{150D1E2A-826F-D064-34F1-0BCE767BAF69}"/>
              </a:ext>
            </a:extLst>
          </p:cNvPr>
          <p:cNvSpPr>
            <a:spLocks noGrp="1"/>
          </p:cNvSpPr>
          <p:nvPr>
            <p:ph type="pic" sz="quarter" idx="35"/>
          </p:nvPr>
        </p:nvSpPr>
        <p:spPr>
          <a:xfrm>
            <a:off x="382586"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2" name="Text Placeholder 21">
            <a:extLst>
              <a:ext uri="{FF2B5EF4-FFF2-40B4-BE49-F238E27FC236}">
                <a16:creationId xmlns:a16="http://schemas.microsoft.com/office/drawing/2014/main" id="{6A65733F-76D0-12BA-0735-F3BEB13050A9}"/>
              </a:ext>
            </a:extLst>
          </p:cNvPr>
          <p:cNvSpPr>
            <a:spLocks noGrp="1"/>
          </p:cNvSpPr>
          <p:nvPr>
            <p:ph type="body" sz="quarter" idx="40"/>
          </p:nvPr>
        </p:nvSpPr>
        <p:spPr>
          <a:xfrm>
            <a:off x="2453364"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32">
            <a:extLst>
              <a:ext uri="{FF2B5EF4-FFF2-40B4-BE49-F238E27FC236}">
                <a16:creationId xmlns:a16="http://schemas.microsoft.com/office/drawing/2014/main" id="{52808A5B-AD54-4EA5-6C44-777412FD7C5E}"/>
              </a:ext>
            </a:extLst>
          </p:cNvPr>
          <p:cNvSpPr>
            <a:spLocks noGrp="1"/>
          </p:cNvSpPr>
          <p:nvPr>
            <p:ph type="pic" sz="quarter" idx="32"/>
          </p:nvPr>
        </p:nvSpPr>
        <p:spPr>
          <a:xfrm>
            <a:off x="6180139"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4" name="Text Placeholder 23">
            <a:extLst>
              <a:ext uri="{FF2B5EF4-FFF2-40B4-BE49-F238E27FC236}">
                <a16:creationId xmlns:a16="http://schemas.microsoft.com/office/drawing/2014/main" id="{A9703B0E-7A0D-BEEF-B418-7E873031C632}"/>
              </a:ext>
            </a:extLst>
          </p:cNvPr>
          <p:cNvSpPr>
            <a:spLocks noGrp="1"/>
          </p:cNvSpPr>
          <p:nvPr>
            <p:ph type="body" sz="quarter" idx="42"/>
          </p:nvPr>
        </p:nvSpPr>
        <p:spPr>
          <a:xfrm>
            <a:off x="8237792"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41">
            <a:extLst>
              <a:ext uri="{FF2B5EF4-FFF2-40B4-BE49-F238E27FC236}">
                <a16:creationId xmlns:a16="http://schemas.microsoft.com/office/drawing/2014/main" id="{5F13C956-C13D-9712-7D6C-F3AE7F742D8E}"/>
              </a:ext>
            </a:extLst>
          </p:cNvPr>
          <p:cNvSpPr>
            <a:spLocks noGrp="1"/>
          </p:cNvSpPr>
          <p:nvPr>
            <p:ph type="pic" sz="quarter" idx="39"/>
          </p:nvPr>
        </p:nvSpPr>
        <p:spPr>
          <a:xfrm>
            <a:off x="382586"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3" name="Text Placeholder 22">
            <a:extLst>
              <a:ext uri="{FF2B5EF4-FFF2-40B4-BE49-F238E27FC236}">
                <a16:creationId xmlns:a16="http://schemas.microsoft.com/office/drawing/2014/main" id="{69CA158F-8B43-966B-6008-4D0D51BBE85B}"/>
              </a:ext>
            </a:extLst>
          </p:cNvPr>
          <p:cNvSpPr>
            <a:spLocks noGrp="1"/>
          </p:cNvSpPr>
          <p:nvPr>
            <p:ph type="body" sz="quarter" idx="41"/>
          </p:nvPr>
        </p:nvSpPr>
        <p:spPr>
          <a:xfrm>
            <a:off x="2453364"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Picture Placeholder 39">
            <a:extLst>
              <a:ext uri="{FF2B5EF4-FFF2-40B4-BE49-F238E27FC236}">
                <a16:creationId xmlns:a16="http://schemas.microsoft.com/office/drawing/2014/main" id="{594C5E70-2EB4-5177-332C-384ACAF9D1A8}"/>
              </a:ext>
            </a:extLst>
          </p:cNvPr>
          <p:cNvSpPr>
            <a:spLocks noGrp="1"/>
          </p:cNvSpPr>
          <p:nvPr>
            <p:ph type="pic" sz="quarter" idx="37"/>
          </p:nvPr>
        </p:nvSpPr>
        <p:spPr>
          <a:xfrm>
            <a:off x="6180139"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5" name="Text Placeholder 24">
            <a:extLst>
              <a:ext uri="{FF2B5EF4-FFF2-40B4-BE49-F238E27FC236}">
                <a16:creationId xmlns:a16="http://schemas.microsoft.com/office/drawing/2014/main" id="{7B113870-20C7-72CF-9D6C-AC28C03DDDB5}"/>
              </a:ext>
            </a:extLst>
          </p:cNvPr>
          <p:cNvSpPr>
            <a:spLocks noGrp="1"/>
          </p:cNvSpPr>
          <p:nvPr>
            <p:ph type="body" sz="quarter" idx="43"/>
          </p:nvPr>
        </p:nvSpPr>
        <p:spPr>
          <a:xfrm>
            <a:off x="8237792"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56F15F3-E97E-9CD7-6F64-4988071CA2C0}"/>
              </a:ext>
            </a:extLst>
          </p:cNvPr>
          <p:cNvSpPr>
            <a:spLocks noGrp="1"/>
          </p:cNvSpPr>
          <p:nvPr>
            <p:ph type="body" sz="quarter" idx="14" hasCustomPrompt="1"/>
          </p:nvPr>
        </p:nvSpPr>
        <p:spPr>
          <a:xfrm>
            <a:off x="382586"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9509AC16-4597-4703-88D6-BCD7199FEFD1}"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4D1132E4-8AE8-F6F3-A0B6-F5C92246F212}"/>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colours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0610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lide (Full blee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77D942-9A9A-46E5-40A2-3F0F26A49BC4}"/>
              </a:ext>
              <a:ext uri="{C183D7F6-B498-43B3-948B-1728B52AA6E4}">
                <adec:decorative xmlns:adec="http://schemas.microsoft.com/office/drawing/2017/decorative" val="1"/>
              </a:ext>
            </a:extLst>
          </p:cNvPr>
          <p:cNvSpPr/>
          <p:nvPr userDrawn="1"/>
        </p:nvSpPr>
        <p:spPr>
          <a:xfrm>
            <a:off x="0" y="1"/>
            <a:ext cx="12192000" cy="3393325"/>
          </a:xfrm>
          <a:prstGeom prst="rect">
            <a:avLst/>
          </a:prstGeom>
          <a:gradFill>
            <a:gsLst>
              <a:gs pos="1000">
                <a:schemeClr val="bg1">
                  <a:alpha val="62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
        <p:nvSpPr>
          <p:cNvPr id="15" name="Title 14">
            <a:extLst>
              <a:ext uri="{FF2B5EF4-FFF2-40B4-BE49-F238E27FC236}">
                <a16:creationId xmlns:a16="http://schemas.microsoft.com/office/drawing/2014/main" id="{3B4209EC-FE27-C57D-39A4-CC8F78966AF2}"/>
              </a:ext>
            </a:extLst>
          </p:cNvPr>
          <p:cNvSpPr>
            <a:spLocks noGrp="1"/>
          </p:cNvSpPr>
          <p:nvPr>
            <p:ph type="title"/>
          </p:nvPr>
        </p:nvSpPr>
        <p:spPr>
          <a:xfrm>
            <a:off x="838200" y="1958975"/>
            <a:ext cx="10515600" cy="1377950"/>
          </a:xfrm>
          <a:prstGeom prst="rect">
            <a:avLst/>
          </a:prstGeom>
        </p:spPr>
        <p:txBody>
          <a:bodyPr vert="horz" anchor="ctr"/>
          <a:lstStyle>
            <a:lvl1pPr algn="ctr">
              <a:defRPr sz="4400" spc="-20" baseline="0">
                <a:latin typeface="GT Ultra Median Lloyds Black" panose="020B0604020202020204" charset="0"/>
              </a:defRPr>
            </a:lvl1pPr>
          </a:lstStyle>
          <a:p>
            <a:r>
              <a:rPr lang="en-GB"/>
              <a:t>Click to edit Master title style</a:t>
            </a:r>
          </a:p>
        </p:txBody>
      </p:sp>
      <p:sp>
        <p:nvSpPr>
          <p:cNvPr id="25" name="Text Placeholder 3">
            <a:extLst>
              <a:ext uri="{FF2B5EF4-FFF2-40B4-BE49-F238E27FC236}">
                <a16:creationId xmlns:a16="http://schemas.microsoft.com/office/drawing/2014/main" id="{64E83FE9-10F3-9789-FA30-B0A08C7E037E}"/>
              </a:ext>
            </a:extLst>
          </p:cNvPr>
          <p:cNvSpPr>
            <a:spLocks noGrp="1"/>
          </p:cNvSpPr>
          <p:nvPr>
            <p:ph type="body" sz="quarter" idx="10"/>
          </p:nvPr>
        </p:nvSpPr>
        <p:spPr>
          <a:xfrm>
            <a:off x="838200" y="3393325"/>
            <a:ext cx="10515600" cy="773765"/>
          </a:xfrm>
        </p:spPr>
        <p:txBody>
          <a:bodyPr anchor="ctr"/>
          <a:lstStyle>
            <a:lvl1pPr algn="ctr">
              <a:lnSpc>
                <a:spcPct val="100000"/>
              </a:lnSpc>
              <a:defRPr b="0"/>
            </a:lvl1pPr>
          </a:lstStyle>
          <a:p>
            <a:pPr lvl="0"/>
            <a:r>
              <a:rPr lang="en-GB"/>
              <a:t>Click to edit Master text styles</a:t>
            </a:r>
          </a:p>
        </p:txBody>
      </p:sp>
      <p:sp>
        <p:nvSpPr>
          <p:cNvPr id="29" name="Date Placeholder 28">
            <a:extLst>
              <a:ext uri="{FF2B5EF4-FFF2-40B4-BE49-F238E27FC236}">
                <a16:creationId xmlns:a16="http://schemas.microsoft.com/office/drawing/2014/main" id="{1ECD8488-AAC7-7FD3-8B59-DE9A6DCA1A78}"/>
              </a:ext>
            </a:extLst>
          </p:cNvPr>
          <p:cNvSpPr>
            <a:spLocks noGrp="1"/>
          </p:cNvSpPr>
          <p:nvPr>
            <p:ph type="dt" sz="half" idx="15"/>
          </p:nvPr>
        </p:nvSpPr>
        <p:spPr>
          <a:xfrm>
            <a:off x="4724400" y="4223491"/>
            <a:ext cx="2743200" cy="220763"/>
          </a:xfrm>
        </p:spPr>
        <p:txBody>
          <a:bodyPr/>
          <a:lstStyle>
            <a:lvl1pPr algn="ctr">
              <a:defRPr sz="1200" b="0"/>
            </a:lvl1pPr>
          </a:lstStyle>
          <a:p>
            <a:fld id="{3DAE49FE-D209-4CE2-A110-9E636A10F85D}" type="datetime3">
              <a:rPr lang="en-GB" smtClean="0"/>
              <a:t>3 August, 2026</a:t>
            </a:fld>
            <a:endParaRPr lang="en-GB"/>
          </a:p>
        </p:txBody>
      </p:sp>
      <p:sp>
        <p:nvSpPr>
          <p:cNvPr id="8" name="Rectangle 7">
            <a:extLst>
              <a:ext uri="{FF2B5EF4-FFF2-40B4-BE49-F238E27FC236}">
                <a16:creationId xmlns:a16="http://schemas.microsoft.com/office/drawing/2014/main" id="{89091BB0-B54E-4658-48EE-DC15E38DA1CA}"/>
              </a:ext>
            </a:extLst>
          </p:cNvPr>
          <p:cNvSpPr/>
          <p:nvPr/>
        </p:nvSpPr>
        <p:spPr>
          <a:xfrm>
            <a:off x="0" y="6959600"/>
            <a:ext cx="10535920" cy="487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marL="0" marR="0" lvl="0" indent="0" algn="l" defTabSz="914413" eaLnBrk="1" fontAlgn="auto" latinLnBrk="0" hangingPunct="1">
              <a:lnSpc>
                <a:spcPct val="100000"/>
              </a:lnSpc>
              <a:spcBef>
                <a:spcPts val="0"/>
              </a:spcBef>
              <a:spcAft>
                <a:spcPts val="0"/>
              </a:spcAft>
              <a:buClrTx/>
              <a:buSzTx/>
              <a:buFontTx/>
              <a:buNone/>
              <a:tabLst/>
              <a:defRPr/>
            </a:pPr>
            <a:r>
              <a:rPr lang="en-GB" sz="1050"/>
              <a:t>Choose background images which have the focal point towards the lower end of the slide as the text is housed towards the top. </a:t>
            </a:r>
            <a:r>
              <a:rPr lang="en-US" sz="1050"/>
              <a:t>To change the background image: Right-click the slide &gt; Format Background &gt; Picture or texture fill &gt; Picture Source &gt; Insert… browse to your chosen image, click Open.</a:t>
            </a:r>
          </a:p>
        </p:txBody>
      </p:sp>
    </p:spTree>
    <p:extLst>
      <p:ext uri="{BB962C8B-B14F-4D97-AF65-F5344CB8AC3E}">
        <p14:creationId xmlns:p14="http://schemas.microsoft.com/office/powerpoint/2010/main" val="2632455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tle Slide (Pattern 01)">
    <p:bg>
      <p:bgPr>
        <a:solidFill>
          <a:srgbClr val="11B67A"/>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00310A-6FD5-072E-5093-6401F2B8DF11}"/>
              </a:ext>
              <a:ext uri="{C183D7F6-B498-43B3-948B-1728B52AA6E4}">
                <adec:decorative xmlns:adec="http://schemas.microsoft.com/office/drawing/2017/decorative" val="1"/>
              </a:ext>
            </a:extLst>
          </p:cNvPr>
          <p:cNvSpPr/>
          <p:nvPr userDrawn="1"/>
        </p:nvSpPr>
        <p:spPr>
          <a:xfrm>
            <a:off x="6807518" y="30814"/>
            <a:ext cx="5384482" cy="6827189"/>
          </a:xfrm>
          <a:custGeom>
            <a:avLst/>
            <a:gdLst>
              <a:gd name="connsiteX0" fmla="*/ 5384482 w 5384482"/>
              <a:gd name="connsiteY0" fmla="*/ 0 h 6827189"/>
              <a:gd name="connsiteX1" fmla="*/ 5384482 w 5384482"/>
              <a:gd name="connsiteY1" fmla="*/ 2442051 h 6827189"/>
              <a:gd name="connsiteX2" fmla="*/ 5292182 w 5384482"/>
              <a:gd name="connsiteY2" fmla="*/ 2543613 h 6827189"/>
              <a:gd name="connsiteX3" fmla="*/ 4076538 w 5384482"/>
              <a:gd name="connsiteY3" fmla="*/ 6600244 h 6827189"/>
              <a:gd name="connsiteX4" fmla="*/ 2582476 w 5384482"/>
              <a:gd name="connsiteY4" fmla="*/ 4314003 h 6827189"/>
              <a:gd name="connsiteX5" fmla="*/ 1066277 w 5384482"/>
              <a:gd name="connsiteY5" fmla="*/ 6637057 h 6827189"/>
              <a:gd name="connsiteX6" fmla="*/ 1009989 w 5384482"/>
              <a:gd name="connsiteY6" fmla="*/ 6827189 h 6827189"/>
              <a:gd name="connsiteX7" fmla="*/ 0 w 5384482"/>
              <a:gd name="connsiteY7" fmla="*/ 6827189 h 6827189"/>
              <a:gd name="connsiteX8" fmla="*/ 11499 w 5384482"/>
              <a:gd name="connsiteY8" fmla="*/ 6464569 h 6827189"/>
              <a:gd name="connsiteX9" fmla="*/ 5011711 w 5384482"/>
              <a:gd name="connsiteY9" fmla="*/ 152841 h 682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4482" h="6827189">
                <a:moveTo>
                  <a:pt x="5384482" y="0"/>
                </a:moveTo>
                <a:lnTo>
                  <a:pt x="5384482" y="2442051"/>
                </a:lnTo>
                <a:lnTo>
                  <a:pt x="5292182" y="2543613"/>
                </a:lnTo>
                <a:cubicBezTo>
                  <a:pt x="4383958" y="3600892"/>
                  <a:pt x="3887904" y="4964383"/>
                  <a:pt x="4076538" y="6600244"/>
                </a:cubicBezTo>
                <a:cubicBezTo>
                  <a:pt x="3227190" y="5992113"/>
                  <a:pt x="2806380" y="5114502"/>
                  <a:pt x="2582476" y="4314003"/>
                </a:cubicBezTo>
                <a:cubicBezTo>
                  <a:pt x="1903321" y="4816303"/>
                  <a:pt x="1389142" y="5646798"/>
                  <a:pt x="1066277" y="6637057"/>
                </a:cubicBezTo>
                <a:lnTo>
                  <a:pt x="1009989" y="6827189"/>
                </a:lnTo>
                <a:lnTo>
                  <a:pt x="0" y="6827189"/>
                </a:lnTo>
                <a:lnTo>
                  <a:pt x="11499" y="6464569"/>
                </a:lnTo>
                <a:cubicBezTo>
                  <a:pt x="179272" y="3686095"/>
                  <a:pt x="2150889" y="1398452"/>
                  <a:pt x="5011711" y="152841"/>
                </a:cubicBezTo>
                <a:close/>
              </a:path>
            </a:pathLst>
          </a:custGeom>
          <a:solidFill>
            <a:srgbClr val="6CF479"/>
          </a:solidFill>
          <a:ln w="0" cap="flat">
            <a:noFill/>
            <a:prstDash val="solid"/>
            <a:miter/>
          </a:ln>
        </p:spPr>
        <p:txBody>
          <a:bodyPr wrap="square" rtlCol="0" anchor="ctr">
            <a:noAutofit/>
          </a:bodyPr>
          <a:lstStyle/>
          <a:p>
            <a:endParaRPr lang="en-GB"/>
          </a:p>
        </p:txBody>
      </p:sp>
      <p:pic>
        <p:nvPicPr>
          <p:cNvPr id="5" name="Graphic 4" descr="Lloyds Banking Group logo">
            <a:extLst>
              <a:ext uri="{FF2B5EF4-FFF2-40B4-BE49-F238E27FC236}">
                <a16:creationId xmlns:a16="http://schemas.microsoft.com/office/drawing/2014/main" id="{1FD95BB2-B6B9-2639-1826-3AB53983EE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40" name="Title 14">
            <a:extLst>
              <a:ext uri="{FF2B5EF4-FFF2-40B4-BE49-F238E27FC236}">
                <a16:creationId xmlns:a16="http://schemas.microsoft.com/office/drawing/2014/main" id="{B6FAFA17-677E-B803-2E6C-456CFBDE629B}"/>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39" name="Text Placeholder 3">
            <a:extLst>
              <a:ext uri="{FF2B5EF4-FFF2-40B4-BE49-F238E27FC236}">
                <a16:creationId xmlns:a16="http://schemas.microsoft.com/office/drawing/2014/main" id="{76B6223B-C824-CE71-7DD2-F9A6CD6AE079}"/>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tx1"/>
                </a:solidFill>
              </a:defRPr>
            </a:lvl1pPr>
          </a:lstStyle>
          <a:p>
            <a:pPr lvl="0"/>
            <a:r>
              <a:rPr lang="en-GB"/>
              <a:t>Click to edit Master text styles</a:t>
            </a:r>
          </a:p>
        </p:txBody>
      </p:sp>
      <p:sp>
        <p:nvSpPr>
          <p:cNvPr id="9" name="Date Placeholder 4">
            <a:extLst>
              <a:ext uri="{FF2B5EF4-FFF2-40B4-BE49-F238E27FC236}">
                <a16:creationId xmlns:a16="http://schemas.microsoft.com/office/drawing/2014/main" id="{A1F128EB-58EE-97F8-1BFD-208F88D8C752}"/>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147A310B-6144-4DAF-8BDB-A887EAE8D24F}"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98834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Slide (Pattern 02)">
    <p:bg>
      <p:bgPr>
        <a:solidFill>
          <a:srgbClr val="006A4D"/>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0BAE79C-80E4-9C50-50CC-E7CAE35A6DB9}"/>
              </a:ext>
              <a:ext uri="{C183D7F6-B498-43B3-948B-1728B52AA6E4}">
                <adec:decorative xmlns:adec="http://schemas.microsoft.com/office/drawing/2017/decorative" val="1"/>
              </a:ext>
            </a:extLst>
          </p:cNvPr>
          <p:cNvSpPr/>
          <p:nvPr/>
        </p:nvSpPr>
        <p:spPr>
          <a:xfrm rot="16200000">
            <a:off x="5932747" y="598746"/>
            <a:ext cx="6863839" cy="5654669"/>
          </a:xfrm>
          <a:custGeom>
            <a:avLst/>
            <a:gdLst>
              <a:gd name="connsiteX0" fmla="*/ 6863839 w 6863839"/>
              <a:gd name="connsiteY0" fmla="*/ 1044693 h 5654669"/>
              <a:gd name="connsiteX1" fmla="*/ 6863839 w 6863839"/>
              <a:gd name="connsiteY1" fmla="*/ 5654669 h 5654669"/>
              <a:gd name="connsiteX2" fmla="*/ 5334051 w 6863839"/>
              <a:gd name="connsiteY2" fmla="*/ 5654669 h 5654669"/>
              <a:gd name="connsiteX3" fmla="*/ 5335786 w 6863839"/>
              <a:gd name="connsiteY3" fmla="*/ 5651484 h 5654669"/>
              <a:gd name="connsiteX4" fmla="*/ 5463273 w 6863839"/>
              <a:gd name="connsiteY4" fmla="*/ 4972474 h 5654669"/>
              <a:gd name="connsiteX5" fmla="*/ 4115919 w 6863839"/>
              <a:gd name="connsiteY5" fmla="*/ 4162776 h 5654669"/>
              <a:gd name="connsiteX6" fmla="*/ 3190007 w 6863839"/>
              <a:gd name="connsiteY6" fmla="*/ 4923920 h 5654669"/>
              <a:gd name="connsiteX7" fmla="*/ 3072134 w 6863839"/>
              <a:gd name="connsiteY7" fmla="*/ 3534852 h 5654669"/>
              <a:gd name="connsiteX8" fmla="*/ 3070447 w 6863839"/>
              <a:gd name="connsiteY8" fmla="*/ 3526396 h 5654669"/>
              <a:gd name="connsiteX9" fmla="*/ 119279 w 6863839"/>
              <a:gd name="connsiteY9" fmla="*/ 5543184 h 5654669"/>
              <a:gd name="connsiteX10" fmla="*/ 0 w 6863839"/>
              <a:gd name="connsiteY10" fmla="*/ 5589550 h 5654669"/>
              <a:gd name="connsiteX11" fmla="*/ 0 w 6863839"/>
              <a:gd name="connsiteY11" fmla="*/ 3119143 h 5654669"/>
              <a:gd name="connsiteX12" fmla="*/ 96697 w 6863839"/>
              <a:gd name="connsiteY12" fmla="*/ 3052260 h 5654669"/>
              <a:gd name="connsiteX13" fmla="*/ 4032513 w 6863839"/>
              <a:gd name="connsiteY13" fmla="*/ 67165 h 5654669"/>
              <a:gd name="connsiteX14" fmla="*/ 6863839 w 6863839"/>
              <a:gd name="connsiteY14" fmla="*/ 1044693 h 565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63839" h="5654669">
                <a:moveTo>
                  <a:pt x="6863839" y="1044693"/>
                </a:moveTo>
                <a:lnTo>
                  <a:pt x="6863839" y="5654669"/>
                </a:lnTo>
                <a:lnTo>
                  <a:pt x="5334051" y="5654669"/>
                </a:lnTo>
                <a:lnTo>
                  <a:pt x="5335786" y="5651484"/>
                </a:lnTo>
                <a:cubicBezTo>
                  <a:pt x="5450360" y="5420486"/>
                  <a:pt x="5506528" y="5189216"/>
                  <a:pt x="5463273" y="4972474"/>
                </a:cubicBezTo>
                <a:cubicBezTo>
                  <a:pt x="5354092" y="4425464"/>
                  <a:pt x="4806153" y="4025019"/>
                  <a:pt x="4115919" y="4162776"/>
                </a:cubicBezTo>
                <a:cubicBezTo>
                  <a:pt x="3714098" y="4242974"/>
                  <a:pt x="3307645" y="4507442"/>
                  <a:pt x="3190007" y="4923920"/>
                </a:cubicBezTo>
                <a:cubicBezTo>
                  <a:pt x="2757851" y="4726396"/>
                  <a:pt x="2578261" y="4033977"/>
                  <a:pt x="3072134" y="3534852"/>
                </a:cubicBezTo>
                <a:lnTo>
                  <a:pt x="3070447" y="3526396"/>
                </a:lnTo>
                <a:cubicBezTo>
                  <a:pt x="1884745" y="3763056"/>
                  <a:pt x="1235648" y="5042001"/>
                  <a:pt x="119279" y="5543184"/>
                </a:cubicBezTo>
                <a:lnTo>
                  <a:pt x="0" y="5589550"/>
                </a:lnTo>
                <a:lnTo>
                  <a:pt x="0" y="3119143"/>
                </a:lnTo>
                <a:lnTo>
                  <a:pt x="96697" y="3052260"/>
                </a:lnTo>
                <a:cubicBezTo>
                  <a:pt x="1138473" y="2245439"/>
                  <a:pt x="2100097" y="452853"/>
                  <a:pt x="4032513" y="67165"/>
                </a:cubicBezTo>
                <a:cubicBezTo>
                  <a:pt x="5248670" y="-175563"/>
                  <a:pt x="6233389" y="260012"/>
                  <a:pt x="6863839" y="1044693"/>
                </a:cubicBezTo>
                <a:close/>
              </a:path>
            </a:pathLst>
          </a:custGeom>
          <a:solidFill>
            <a:schemeClr val="tx1"/>
          </a:solidFill>
          <a:ln w="0" cap="flat">
            <a:noFill/>
            <a:prstDash val="solid"/>
            <a:miter/>
          </a:ln>
        </p:spPr>
        <p:txBody>
          <a:bodyPr rtlCol="0" anchor="ctr"/>
          <a:lstStyle/>
          <a:p>
            <a:endParaRPr lang="en-GB"/>
          </a:p>
        </p:txBody>
      </p:sp>
      <p:pic>
        <p:nvPicPr>
          <p:cNvPr id="6" name="Graphic 5" descr="Lloyds Banking Group logo">
            <a:extLst>
              <a:ext uri="{FF2B5EF4-FFF2-40B4-BE49-F238E27FC236}">
                <a16:creationId xmlns:a16="http://schemas.microsoft.com/office/drawing/2014/main" id="{562025A7-4E7B-BEB8-F588-D686A44394A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11" name="Title 14">
            <a:extLst>
              <a:ext uri="{FF2B5EF4-FFF2-40B4-BE49-F238E27FC236}">
                <a16:creationId xmlns:a16="http://schemas.microsoft.com/office/drawing/2014/main" id="{7F63FC19-0049-335A-1512-9ED29668D051}"/>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bg1"/>
                </a:solidFill>
                <a:latin typeface="GT Ultra Median Lloyds Black" panose="020B0604020202020204" charset="0"/>
              </a:defRPr>
            </a:lvl1pPr>
          </a:lstStyle>
          <a:p>
            <a:r>
              <a:rPr lang="en-GB"/>
              <a:t>Click to edit Master title style</a:t>
            </a:r>
          </a:p>
        </p:txBody>
      </p:sp>
      <p:sp>
        <p:nvSpPr>
          <p:cNvPr id="10" name="Text Placeholder 3">
            <a:extLst>
              <a:ext uri="{FF2B5EF4-FFF2-40B4-BE49-F238E27FC236}">
                <a16:creationId xmlns:a16="http://schemas.microsoft.com/office/drawing/2014/main" id="{BA563372-E422-BD5A-2885-C8B29415B5AB}"/>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2084B48-07B0-E83D-4365-996F7A8E405D}"/>
              </a:ext>
            </a:extLst>
          </p:cNvPr>
          <p:cNvSpPr>
            <a:spLocks noGrp="1"/>
          </p:cNvSpPr>
          <p:nvPr>
            <p:ph type="dt" sz="half" idx="12"/>
          </p:nvPr>
        </p:nvSpPr>
        <p:spPr/>
        <p:txBody>
          <a:bodyPr/>
          <a:lstStyle>
            <a:lvl1pPr>
              <a:defRPr>
                <a:solidFill>
                  <a:schemeClr val="bg1"/>
                </a:solidFill>
              </a:defRPr>
            </a:lvl1pPr>
          </a:lstStyle>
          <a:p>
            <a:fld id="{EEA0D3B0-A935-4A9C-83B8-A65E38C9F618}"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0949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0"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76354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41483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19113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1"/>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80"/>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14968BD0-970F-4068-9F7C-5324270A0D6B}"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63399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Slide (Image panel)">
    <p:bg>
      <p:bgPr>
        <a:solidFill>
          <a:schemeClr val="bg1"/>
        </a:solidFill>
        <a:effectLst/>
      </p:bgPr>
    </p:bg>
    <p:spTree>
      <p:nvGrpSpPr>
        <p:cNvPr id="1" name=""/>
        <p:cNvGrpSpPr/>
        <p:nvPr/>
      </p:nvGrpSpPr>
      <p:grpSpPr>
        <a:xfrm>
          <a:off x="0" y="0"/>
          <a:ext cx="0" cy="0"/>
          <a:chOff x="0" y="0"/>
          <a:chExt cx="0" cy="0"/>
        </a:xfrm>
      </p:grpSpPr>
      <p:pic>
        <p:nvPicPr>
          <p:cNvPr id="14" name="Graphic 13" descr="Lloyds Banking Group logo">
            <a:extLst>
              <a:ext uri="{FF2B5EF4-FFF2-40B4-BE49-F238E27FC236}">
                <a16:creationId xmlns:a16="http://schemas.microsoft.com/office/drawing/2014/main" id="{D582348C-7692-F2C1-83E3-367A607F315A}"/>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7" name="Picture Placeholder 6">
            <a:extLst>
              <a:ext uri="{FF2B5EF4-FFF2-40B4-BE49-F238E27FC236}">
                <a16:creationId xmlns:a16="http://schemas.microsoft.com/office/drawing/2014/main" id="{17CA09D6-92BC-53CA-6F36-90FD65F4E859}"/>
              </a:ext>
            </a:extLst>
          </p:cNvPr>
          <p:cNvSpPr>
            <a:spLocks noGrp="1"/>
          </p:cNvSpPr>
          <p:nvPr>
            <p:ph type="pic" sz="quarter" idx="13"/>
          </p:nvPr>
        </p:nvSpPr>
        <p:spPr>
          <a:xfrm>
            <a:off x="6096000" y="0"/>
            <a:ext cx="6096000" cy="6858000"/>
          </a:xfrm>
          <a:noFill/>
        </p:spPr>
        <p:txBody>
          <a:bodyPr/>
          <a:lstStyle/>
          <a:p>
            <a:r>
              <a:rPr lang="en-GB"/>
              <a:t>Click icon to add picture</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83ECB52E-8432-4F09-9CC9-668D71B36CEE}" type="datetime3">
              <a:rPr lang="en-GB" smtClean="0"/>
              <a:t>3 August, 2026</a:t>
            </a:fld>
            <a:endParaRPr lang="en-GB"/>
          </a:p>
        </p:txBody>
      </p:sp>
      <p:sp>
        <p:nvSpPr>
          <p:cNvPr id="2" name="Rectangle 1">
            <a:extLst>
              <a:ext uri="{FF2B5EF4-FFF2-40B4-BE49-F238E27FC236}">
                <a16:creationId xmlns:a16="http://schemas.microsoft.com/office/drawing/2014/main" id="{76F44CA1-EEE8-DE50-D202-9C926B9CA67C}"/>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38176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Slide (Colour)">
    <p:bg>
      <p:bgPr>
        <a:solidFill>
          <a:schemeClr val="bg1"/>
        </a:solidFill>
        <a:effectLst/>
      </p:bgPr>
    </p:bg>
    <p:spTree>
      <p:nvGrpSpPr>
        <p:cNvPr id="1" name=""/>
        <p:cNvGrpSpPr/>
        <p:nvPr/>
      </p:nvGrpSpPr>
      <p:grpSpPr>
        <a:xfrm>
          <a:off x="0" y="0"/>
          <a:ext cx="0" cy="0"/>
          <a:chOff x="0" y="0"/>
          <a:chExt cx="0" cy="0"/>
        </a:xfrm>
      </p:grpSpPr>
      <p:pic>
        <p:nvPicPr>
          <p:cNvPr id="15" name="Graphic 14" descr="Lloyds Banking Group logo">
            <a:extLst>
              <a:ext uri="{FF2B5EF4-FFF2-40B4-BE49-F238E27FC236}">
                <a16:creationId xmlns:a16="http://schemas.microsoft.com/office/drawing/2014/main" id="{EFBA2F05-62DB-1A8D-EC4A-A666FD08D5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5673" y="534749"/>
            <a:ext cx="1320657" cy="1113182"/>
          </a:xfrm>
          <a:prstGeom prst="rect">
            <a:avLst/>
          </a:prstGeom>
        </p:spPr>
      </p:pic>
      <p:sp>
        <p:nvSpPr>
          <p:cNvPr id="13" name="Title 14">
            <a:extLst>
              <a:ext uri="{FF2B5EF4-FFF2-40B4-BE49-F238E27FC236}">
                <a16:creationId xmlns:a16="http://schemas.microsoft.com/office/drawing/2014/main" id="{C6B29EDE-75F8-B7C2-577C-3A2216ED3233}"/>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11" name="Text Placeholder 3">
            <a:extLst>
              <a:ext uri="{FF2B5EF4-FFF2-40B4-BE49-F238E27FC236}">
                <a16:creationId xmlns:a16="http://schemas.microsoft.com/office/drawing/2014/main" id="{D89B0417-70F8-D265-9C17-F4AA6C9DD27A}"/>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5615EC7-CF73-4228-9C2B-564CF011EB98}"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194270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ivider Slide (Animated Cancara)">
    <p:bg>
      <p:bgPr>
        <a:solidFill>
          <a:schemeClr val="bg1"/>
        </a:solidFill>
        <a:effectLst/>
      </p:bgPr>
    </p:bg>
    <p:spTree>
      <p:nvGrpSpPr>
        <p:cNvPr id="1" name=""/>
        <p:cNvGrpSpPr/>
        <p:nvPr/>
      </p:nvGrpSpPr>
      <p:grpSpPr>
        <a:xfrm>
          <a:off x="0" y="0"/>
          <a:ext cx="0" cy="0"/>
          <a:chOff x="0" y="0"/>
          <a:chExt cx="0" cy="0"/>
        </a:xfrm>
      </p:grpSpPr>
      <p:pic>
        <p:nvPicPr>
          <p:cNvPr id="11" name="Picture 10" descr="An animated Lloyds Bank black horse  rearing up">
            <a:extLst>
              <a:ext uri="{FF2B5EF4-FFF2-40B4-BE49-F238E27FC236}">
                <a16:creationId xmlns:a16="http://schemas.microsoft.com/office/drawing/2014/main" id="{813752FE-90C8-A2AD-6B90-E0D60188B4D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277361" y="605868"/>
            <a:ext cx="3637280" cy="3068950"/>
          </a:xfrm>
          <a:prstGeom prst="rect">
            <a:avLst/>
          </a:prstGeom>
        </p:spPr>
      </p:pic>
      <p:sp>
        <p:nvSpPr>
          <p:cNvPr id="7" name="Title 14">
            <a:extLst>
              <a:ext uri="{FF2B5EF4-FFF2-40B4-BE49-F238E27FC236}">
                <a16:creationId xmlns:a16="http://schemas.microsoft.com/office/drawing/2014/main" id="{9181B16B-58DD-C85B-194F-82D1B9DF25A3}"/>
              </a:ext>
            </a:extLst>
          </p:cNvPr>
          <p:cNvSpPr>
            <a:spLocks noGrp="1"/>
          </p:cNvSpPr>
          <p:nvPr>
            <p:ph type="title" hasCustomPrompt="1"/>
          </p:nvPr>
        </p:nvSpPr>
        <p:spPr>
          <a:xfrm>
            <a:off x="396240" y="3566160"/>
            <a:ext cx="11399520" cy="1709392"/>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8" name="Text Placeholder 3">
            <a:extLst>
              <a:ext uri="{FF2B5EF4-FFF2-40B4-BE49-F238E27FC236}">
                <a16:creationId xmlns:a16="http://schemas.microsoft.com/office/drawing/2014/main" id="{66C051A2-E63A-882E-14DE-DDB8729347FA}"/>
              </a:ext>
            </a:extLst>
          </p:cNvPr>
          <p:cNvSpPr>
            <a:spLocks noGrp="1"/>
          </p:cNvSpPr>
          <p:nvPr>
            <p:ph type="body" sz="quarter" idx="14"/>
          </p:nvPr>
        </p:nvSpPr>
        <p:spPr>
          <a:xfrm>
            <a:off x="396240" y="5426565"/>
            <a:ext cx="11399520" cy="66626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p>
            <a:fld id="{A0EC35DF-B254-4C84-9120-D905F6E687A5}"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10937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5"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17888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5"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58882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Slide (Expressive Cancara 04)">
    <p:bg>
      <p:bgPr>
        <a:solidFill>
          <a:srgbClr val="6CF479"/>
        </a:solidFill>
        <a:effectLst/>
      </p:bgPr>
    </p:bg>
    <p:spTree>
      <p:nvGrpSpPr>
        <p:cNvPr id="1" name=""/>
        <p:cNvGrpSpPr/>
        <p:nvPr/>
      </p:nvGrpSpPr>
      <p:grpSpPr>
        <a:xfrm>
          <a:off x="0" y="0"/>
          <a:ext cx="0" cy="0"/>
          <a:chOff x="0" y="0"/>
          <a:chExt cx="0" cy="0"/>
        </a:xfrm>
      </p:grpSpPr>
      <p:grpSp>
        <p:nvGrpSpPr>
          <p:cNvPr id="2" name="Group 1" descr="Extreme close up of Lloyds Banking Group logo">
            <a:extLst>
              <a:ext uri="{FF2B5EF4-FFF2-40B4-BE49-F238E27FC236}">
                <a16:creationId xmlns:a16="http://schemas.microsoft.com/office/drawing/2014/main" id="{0F632455-D4BE-0570-63FA-13096379C804}"/>
              </a:ext>
            </a:extLst>
          </p:cNvPr>
          <p:cNvGrpSpPr/>
          <p:nvPr userDrawn="1"/>
        </p:nvGrpSpPr>
        <p:grpSpPr>
          <a:xfrm>
            <a:off x="0" y="390526"/>
            <a:ext cx="7513320" cy="6467475"/>
            <a:chOff x="0" y="390525"/>
            <a:chExt cx="7513320" cy="6467475"/>
          </a:xfrm>
        </p:grpSpPr>
        <p:sp>
          <p:nvSpPr>
            <p:cNvPr id="20" name="Freeform: Shape 19">
              <a:extLst>
                <a:ext uri="{FF2B5EF4-FFF2-40B4-BE49-F238E27FC236}">
                  <a16:creationId xmlns:a16="http://schemas.microsoft.com/office/drawing/2014/main" id="{A2634314-D52B-F3FB-3A41-6BAC6AFCF95C}"/>
                </a:ext>
              </a:extLst>
            </p:cNvPr>
            <p:cNvSpPr/>
            <p:nvPr/>
          </p:nvSpPr>
          <p:spPr>
            <a:xfrm>
              <a:off x="0" y="390525"/>
              <a:ext cx="7513320" cy="6467475"/>
            </a:xfrm>
            <a:custGeom>
              <a:avLst/>
              <a:gdLst>
                <a:gd name="connsiteX0" fmla="*/ 3356207 w 7513320"/>
                <a:gd name="connsiteY0" fmla="*/ 0 h 6467475"/>
                <a:gd name="connsiteX1" fmla="*/ 3500550 w 7513320"/>
                <a:gd name="connsiteY1" fmla="*/ 308878 h 6467475"/>
                <a:gd name="connsiteX2" fmla="*/ 3503411 w 7513320"/>
                <a:gd name="connsiteY2" fmla="*/ 308878 h 6467475"/>
                <a:gd name="connsiteX3" fmla="*/ 3630449 w 7513320"/>
                <a:gd name="connsiteY3" fmla="*/ 51960 h 6467475"/>
                <a:gd name="connsiteX4" fmla="*/ 3722804 w 7513320"/>
                <a:gd name="connsiteY4" fmla="*/ 427239 h 6467475"/>
                <a:gd name="connsiteX5" fmla="*/ 3702639 w 7513320"/>
                <a:gd name="connsiteY5" fmla="*/ 508078 h 6467475"/>
                <a:gd name="connsiteX6" fmla="*/ 4005735 w 7513320"/>
                <a:gd name="connsiteY6" fmla="*/ 909355 h 6467475"/>
                <a:gd name="connsiteX7" fmla="*/ 3976881 w 7513320"/>
                <a:gd name="connsiteY7" fmla="*/ 1033497 h 6467475"/>
                <a:gd name="connsiteX8" fmla="*/ 4669710 w 7513320"/>
                <a:gd name="connsiteY8" fmla="*/ 1908211 h 6467475"/>
                <a:gd name="connsiteX9" fmla="*/ 4727453 w 7513320"/>
                <a:gd name="connsiteY9" fmla="*/ 2069870 h 6467475"/>
                <a:gd name="connsiteX10" fmla="*/ 4340619 w 7513320"/>
                <a:gd name="connsiteY10" fmla="*/ 2445168 h 6467475"/>
                <a:gd name="connsiteX11" fmla="*/ 4023076 w 7513320"/>
                <a:gd name="connsiteY11" fmla="*/ 2263290 h 6467475"/>
                <a:gd name="connsiteX12" fmla="*/ 3419708 w 7513320"/>
                <a:gd name="connsiteY12" fmla="*/ 1968830 h 6467475"/>
                <a:gd name="connsiteX13" fmla="*/ 3344658 w 7513320"/>
                <a:gd name="connsiteY13" fmla="*/ 2228650 h 6467475"/>
                <a:gd name="connsiteX14" fmla="*/ 4510957 w 7513320"/>
                <a:gd name="connsiteY14" fmla="*/ 3778864 h 6467475"/>
                <a:gd name="connsiteX15" fmla="*/ 5440518 w 7513320"/>
                <a:gd name="connsiteY15" fmla="*/ 3470003 h 6467475"/>
                <a:gd name="connsiteX16" fmla="*/ 7239040 w 7513320"/>
                <a:gd name="connsiteY16" fmla="*/ 5000039 h 6467475"/>
                <a:gd name="connsiteX17" fmla="*/ 7513320 w 7513320"/>
                <a:gd name="connsiteY17" fmla="*/ 5349328 h 6467475"/>
                <a:gd name="connsiteX18" fmla="*/ 6681904 w 7513320"/>
                <a:gd name="connsiteY18" fmla="*/ 5349328 h 6467475"/>
                <a:gd name="connsiteX19" fmla="*/ 6681904 w 7513320"/>
                <a:gd name="connsiteY19" fmla="*/ 5106838 h 6467475"/>
                <a:gd name="connsiteX20" fmla="*/ 6453821 w 7513320"/>
                <a:gd name="connsiteY20" fmla="*/ 5043337 h 6467475"/>
                <a:gd name="connsiteX21" fmla="*/ 5377018 w 7513320"/>
                <a:gd name="connsiteY21" fmla="*/ 4119538 h 6467475"/>
                <a:gd name="connsiteX22" fmla="*/ 4565805 w 7513320"/>
                <a:gd name="connsiteY22" fmla="*/ 4806603 h 6467475"/>
                <a:gd name="connsiteX23" fmla="*/ 5913954 w 7513320"/>
                <a:gd name="connsiteY23" fmla="*/ 4893203 h 6467475"/>
                <a:gd name="connsiteX24" fmla="*/ 5730344 w 7513320"/>
                <a:gd name="connsiteY24" fmla="*/ 6467475 h 6467475"/>
                <a:gd name="connsiteX25" fmla="*/ 5262683 w 7513320"/>
                <a:gd name="connsiteY25" fmla="*/ 6467475 h 6467475"/>
                <a:gd name="connsiteX26" fmla="*/ 5304313 w 7513320"/>
                <a:gd name="connsiteY26" fmla="*/ 6349352 h 6467475"/>
                <a:gd name="connsiteX27" fmla="*/ 5466514 w 7513320"/>
                <a:gd name="connsiteY27" fmla="*/ 5441718 h 6467475"/>
                <a:gd name="connsiteX28" fmla="*/ 5443416 w 7513320"/>
                <a:gd name="connsiteY28" fmla="*/ 5303168 h 6467475"/>
                <a:gd name="connsiteX29" fmla="*/ 5290420 w 7513320"/>
                <a:gd name="connsiteY29" fmla="*/ 5320474 h 6467475"/>
                <a:gd name="connsiteX30" fmla="*/ 4496511 w 7513320"/>
                <a:gd name="connsiteY30" fmla="*/ 5782355 h 6467475"/>
                <a:gd name="connsiteX31" fmla="*/ 3575601 w 7513320"/>
                <a:gd name="connsiteY31" fmla="*/ 6111479 h 6467475"/>
                <a:gd name="connsiteX32" fmla="*/ 3120545 w 7513320"/>
                <a:gd name="connsiteY32" fmla="*/ 6439592 h 6467475"/>
                <a:gd name="connsiteX33" fmla="*/ 3058479 w 7513320"/>
                <a:gd name="connsiteY33" fmla="*/ 6467475 h 6467475"/>
                <a:gd name="connsiteX34" fmla="*/ 0 w 7513320"/>
                <a:gd name="connsiteY34" fmla="*/ 6467475 h 6467475"/>
                <a:gd name="connsiteX35" fmla="*/ 0 w 7513320"/>
                <a:gd name="connsiteY35" fmla="*/ 4754244 h 6467475"/>
                <a:gd name="connsiteX36" fmla="*/ 85493 w 7513320"/>
                <a:gd name="connsiteY36" fmla="*/ 4746935 h 6467475"/>
                <a:gd name="connsiteX37" fmla="*/ 1548996 w 7513320"/>
                <a:gd name="connsiteY37" fmla="*/ 4546809 h 6467475"/>
                <a:gd name="connsiteX38" fmla="*/ 2019570 w 7513320"/>
                <a:gd name="connsiteY38" fmla="*/ 4021390 h 6467475"/>
                <a:gd name="connsiteX39" fmla="*/ 1872331 w 7513320"/>
                <a:gd name="connsiteY39" fmla="*/ 3851053 h 6467475"/>
                <a:gd name="connsiteX40" fmla="*/ 1725091 w 7513320"/>
                <a:gd name="connsiteY40" fmla="*/ 3966542 h 6467475"/>
                <a:gd name="connsiteX41" fmla="*/ 1577887 w 7513320"/>
                <a:gd name="connsiteY41" fmla="*/ 3660519 h 6467475"/>
                <a:gd name="connsiteX42" fmla="*/ 1693340 w 7513320"/>
                <a:gd name="connsiteY42" fmla="*/ 3322762 h 6467475"/>
                <a:gd name="connsiteX43" fmla="*/ 1335358 w 7513320"/>
                <a:gd name="connsiteY43" fmla="*/ 3285243 h 6467475"/>
                <a:gd name="connsiteX44" fmla="*/ 1667382 w 7513320"/>
                <a:gd name="connsiteY44" fmla="*/ 2511568 h 6467475"/>
                <a:gd name="connsiteX45" fmla="*/ 1667382 w 7513320"/>
                <a:gd name="connsiteY45" fmla="*/ 2508664 h 6467475"/>
                <a:gd name="connsiteX46" fmla="*/ 1141959 w 7513320"/>
                <a:gd name="connsiteY46" fmla="*/ 1836028 h 6467475"/>
                <a:gd name="connsiteX47" fmla="*/ 1283406 w 7513320"/>
                <a:gd name="connsiteY47" fmla="*/ 1896648 h 6467475"/>
                <a:gd name="connsiteX48" fmla="*/ 1404653 w 7513320"/>
                <a:gd name="connsiteY48" fmla="*/ 1749431 h 6467475"/>
                <a:gd name="connsiteX49" fmla="*/ 1121760 w 7513320"/>
                <a:gd name="connsiteY49" fmla="*/ 1353932 h 6467475"/>
                <a:gd name="connsiteX50" fmla="*/ 1869470 w 7513320"/>
                <a:gd name="connsiteY50" fmla="*/ 1111435 h 6467475"/>
                <a:gd name="connsiteX51" fmla="*/ 1872331 w 7513320"/>
                <a:gd name="connsiteY51" fmla="*/ 1108553 h 6467475"/>
                <a:gd name="connsiteX52" fmla="*/ 1880983 w 7513320"/>
                <a:gd name="connsiteY52" fmla="*/ 539835 h 6467475"/>
                <a:gd name="connsiteX53" fmla="*/ 2129267 w 7513320"/>
                <a:gd name="connsiteY53" fmla="*/ 661076 h 6467475"/>
                <a:gd name="connsiteX54" fmla="*/ 2816339 w 7513320"/>
                <a:gd name="connsiteY54" fmla="*/ 202080 h 6467475"/>
                <a:gd name="connsiteX55" fmla="*/ 2995330 w 7513320"/>
                <a:gd name="connsiteY55" fmla="*/ 513856 h 6467475"/>
                <a:gd name="connsiteX56" fmla="*/ 3356207 w 7513320"/>
                <a:gd name="connsiteY56" fmla="*/ 0 h 646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513320" h="6467475">
                  <a:moveTo>
                    <a:pt x="3356207" y="0"/>
                  </a:moveTo>
                  <a:cubicBezTo>
                    <a:pt x="3448599" y="51960"/>
                    <a:pt x="3514996" y="141439"/>
                    <a:pt x="3500550" y="308878"/>
                  </a:cubicBezTo>
                  <a:lnTo>
                    <a:pt x="3503411" y="308878"/>
                  </a:lnTo>
                  <a:lnTo>
                    <a:pt x="3630449" y="51960"/>
                  </a:lnTo>
                  <a:cubicBezTo>
                    <a:pt x="3737250" y="141439"/>
                    <a:pt x="3757450" y="291557"/>
                    <a:pt x="3722804" y="427239"/>
                  </a:cubicBezTo>
                  <a:cubicBezTo>
                    <a:pt x="3714151" y="461878"/>
                    <a:pt x="3702639" y="487877"/>
                    <a:pt x="3702639" y="508078"/>
                  </a:cubicBezTo>
                  <a:cubicBezTo>
                    <a:pt x="3702639" y="609117"/>
                    <a:pt x="4005735" y="684177"/>
                    <a:pt x="4005735" y="909355"/>
                  </a:cubicBezTo>
                  <a:cubicBezTo>
                    <a:pt x="4005735" y="946876"/>
                    <a:pt x="3994187" y="987293"/>
                    <a:pt x="3976881" y="1033497"/>
                  </a:cubicBezTo>
                  <a:lnTo>
                    <a:pt x="4669710" y="1908211"/>
                  </a:lnTo>
                  <a:cubicBezTo>
                    <a:pt x="4713009" y="1963049"/>
                    <a:pt x="4727453" y="2020789"/>
                    <a:pt x="4727453" y="2069870"/>
                  </a:cubicBezTo>
                  <a:cubicBezTo>
                    <a:pt x="4727453" y="2251749"/>
                    <a:pt x="4568701" y="2445168"/>
                    <a:pt x="4340619" y="2445168"/>
                  </a:cubicBezTo>
                  <a:cubicBezTo>
                    <a:pt x="4115432" y="2445168"/>
                    <a:pt x="4034589" y="2321026"/>
                    <a:pt x="4023076" y="2263290"/>
                  </a:cubicBezTo>
                  <a:lnTo>
                    <a:pt x="3419708" y="1968830"/>
                  </a:lnTo>
                  <a:cubicBezTo>
                    <a:pt x="3385061" y="2026571"/>
                    <a:pt x="3344658" y="2121828"/>
                    <a:pt x="3344658" y="2228650"/>
                  </a:cubicBezTo>
                  <a:cubicBezTo>
                    <a:pt x="3344658" y="2892626"/>
                    <a:pt x="4282874" y="2909946"/>
                    <a:pt x="4510957" y="3778864"/>
                  </a:cubicBezTo>
                  <a:lnTo>
                    <a:pt x="5440518" y="3470003"/>
                  </a:lnTo>
                  <a:cubicBezTo>
                    <a:pt x="6104493" y="4116640"/>
                    <a:pt x="6806010" y="4743103"/>
                    <a:pt x="7239040" y="5000039"/>
                  </a:cubicBezTo>
                  <a:lnTo>
                    <a:pt x="7513320" y="5349328"/>
                  </a:lnTo>
                  <a:lnTo>
                    <a:pt x="6681904" y="5349328"/>
                  </a:lnTo>
                  <a:lnTo>
                    <a:pt x="6681904" y="5106838"/>
                  </a:lnTo>
                  <a:lnTo>
                    <a:pt x="6453821" y="5043337"/>
                  </a:lnTo>
                  <a:cubicBezTo>
                    <a:pt x="6104493" y="4494821"/>
                    <a:pt x="5631059" y="4194587"/>
                    <a:pt x="5377018" y="4119538"/>
                  </a:cubicBezTo>
                  <a:cubicBezTo>
                    <a:pt x="5068092" y="4307180"/>
                    <a:pt x="4837151" y="4503510"/>
                    <a:pt x="4565805" y="4806603"/>
                  </a:cubicBezTo>
                  <a:cubicBezTo>
                    <a:pt x="5007489" y="4771994"/>
                    <a:pt x="5501161" y="4815293"/>
                    <a:pt x="5913954" y="4893203"/>
                  </a:cubicBezTo>
                  <a:lnTo>
                    <a:pt x="5730344" y="6467475"/>
                  </a:lnTo>
                  <a:lnTo>
                    <a:pt x="5262683" y="6467475"/>
                  </a:lnTo>
                  <a:lnTo>
                    <a:pt x="5304313" y="6349352"/>
                  </a:lnTo>
                  <a:cubicBezTo>
                    <a:pt x="5446611" y="5913458"/>
                    <a:pt x="5466514" y="5613476"/>
                    <a:pt x="5466514" y="5441718"/>
                  </a:cubicBezTo>
                  <a:cubicBezTo>
                    <a:pt x="5466514" y="5381078"/>
                    <a:pt x="5463617" y="5323370"/>
                    <a:pt x="5443416" y="5303168"/>
                  </a:cubicBezTo>
                  <a:cubicBezTo>
                    <a:pt x="5426074" y="5285827"/>
                    <a:pt x="5353921" y="5303168"/>
                    <a:pt x="5290420" y="5320474"/>
                  </a:cubicBezTo>
                  <a:cubicBezTo>
                    <a:pt x="5122978" y="5366669"/>
                    <a:pt x="4848699" y="5496566"/>
                    <a:pt x="4496511" y="5782355"/>
                  </a:cubicBezTo>
                  <a:cubicBezTo>
                    <a:pt x="4178969" y="6042186"/>
                    <a:pt x="4005735" y="6160535"/>
                    <a:pt x="3575601" y="6111479"/>
                  </a:cubicBezTo>
                  <a:cubicBezTo>
                    <a:pt x="3454346" y="6237059"/>
                    <a:pt x="3299173" y="6346400"/>
                    <a:pt x="3120545" y="6439592"/>
                  </a:cubicBezTo>
                  <a:lnTo>
                    <a:pt x="3058479" y="6467475"/>
                  </a:lnTo>
                  <a:lnTo>
                    <a:pt x="0" y="6467475"/>
                  </a:lnTo>
                  <a:lnTo>
                    <a:pt x="0" y="4754244"/>
                  </a:lnTo>
                  <a:lnTo>
                    <a:pt x="85493" y="4746935"/>
                  </a:lnTo>
                  <a:cubicBezTo>
                    <a:pt x="583882" y="4715120"/>
                    <a:pt x="1115965" y="4730821"/>
                    <a:pt x="1548996" y="4546809"/>
                  </a:cubicBezTo>
                  <a:cubicBezTo>
                    <a:pt x="1805933" y="4437113"/>
                    <a:pt x="2019570" y="4243679"/>
                    <a:pt x="2019570" y="4021390"/>
                  </a:cubicBezTo>
                  <a:cubicBezTo>
                    <a:pt x="2019570" y="3914591"/>
                    <a:pt x="1958929" y="3851053"/>
                    <a:pt x="1872331" y="3851053"/>
                  </a:cubicBezTo>
                  <a:cubicBezTo>
                    <a:pt x="1829032" y="3851053"/>
                    <a:pt x="1762636" y="3871254"/>
                    <a:pt x="1725091" y="3966542"/>
                  </a:cubicBezTo>
                  <a:cubicBezTo>
                    <a:pt x="1612534" y="3868396"/>
                    <a:pt x="1577887" y="3764456"/>
                    <a:pt x="1577887" y="3660519"/>
                  </a:cubicBezTo>
                  <a:cubicBezTo>
                    <a:pt x="1577887" y="3487323"/>
                    <a:pt x="1632698" y="3406481"/>
                    <a:pt x="1693340" y="3322762"/>
                  </a:cubicBezTo>
                  <a:cubicBezTo>
                    <a:pt x="1635633" y="3172644"/>
                    <a:pt x="1456604" y="3138001"/>
                    <a:pt x="1335358" y="3285243"/>
                  </a:cubicBezTo>
                  <a:cubicBezTo>
                    <a:pt x="1185258" y="3008104"/>
                    <a:pt x="1277652" y="2627025"/>
                    <a:pt x="1667382" y="2511568"/>
                  </a:cubicBezTo>
                  <a:lnTo>
                    <a:pt x="1667382" y="2508664"/>
                  </a:lnTo>
                  <a:cubicBezTo>
                    <a:pt x="1211254" y="2433608"/>
                    <a:pt x="1090008" y="2150708"/>
                    <a:pt x="1141959" y="1836028"/>
                  </a:cubicBezTo>
                  <a:cubicBezTo>
                    <a:pt x="1185258" y="1873568"/>
                    <a:pt x="1234351" y="1896648"/>
                    <a:pt x="1283406" y="1896648"/>
                  </a:cubicBezTo>
                  <a:cubicBezTo>
                    <a:pt x="1358494" y="1896648"/>
                    <a:pt x="1404653" y="1836028"/>
                    <a:pt x="1404653" y="1749431"/>
                  </a:cubicBezTo>
                  <a:cubicBezTo>
                    <a:pt x="1404653" y="1657050"/>
                    <a:pt x="1358494" y="1512712"/>
                    <a:pt x="1121760" y="1353932"/>
                  </a:cubicBezTo>
                  <a:cubicBezTo>
                    <a:pt x="1329603" y="1042152"/>
                    <a:pt x="1687584" y="995953"/>
                    <a:pt x="1869470" y="1111435"/>
                  </a:cubicBezTo>
                  <a:lnTo>
                    <a:pt x="1872331" y="1108553"/>
                  </a:lnTo>
                  <a:cubicBezTo>
                    <a:pt x="1779939" y="981516"/>
                    <a:pt x="1733743" y="759234"/>
                    <a:pt x="1880983" y="539835"/>
                  </a:cubicBezTo>
                  <a:cubicBezTo>
                    <a:pt x="1915630" y="588915"/>
                    <a:pt x="1999369" y="661076"/>
                    <a:pt x="2129267" y="661076"/>
                  </a:cubicBezTo>
                  <a:cubicBezTo>
                    <a:pt x="2510347" y="661076"/>
                    <a:pt x="2524793" y="242478"/>
                    <a:pt x="2816339" y="202080"/>
                  </a:cubicBezTo>
                  <a:cubicBezTo>
                    <a:pt x="2799033" y="331978"/>
                    <a:pt x="2833644" y="513856"/>
                    <a:pt x="2995330" y="513856"/>
                  </a:cubicBezTo>
                  <a:cubicBezTo>
                    <a:pt x="3206070" y="513856"/>
                    <a:pt x="3304218" y="196298"/>
                    <a:pt x="3356207" y="0"/>
                  </a:cubicBezTo>
                  <a:close/>
                </a:path>
              </a:pathLst>
            </a:custGeom>
            <a:solidFill>
              <a:srgbClr val="000000"/>
            </a:solidFill>
            <a:ln w="0" cap="flat">
              <a:noFill/>
              <a:prstDash val="solid"/>
              <a:miter/>
            </a:ln>
          </p:spPr>
          <p:txBody>
            <a:bodyPr wrap="square" rtlCol="0" anchor="ctr">
              <a:noAutofit/>
            </a:bodyPr>
            <a:lstStyle/>
            <a:p>
              <a:endParaRPr lang="en-GB"/>
            </a:p>
          </p:txBody>
        </p:sp>
        <p:sp>
          <p:nvSpPr>
            <p:cNvPr id="17" name="Freeform: Shape 16">
              <a:extLst>
                <a:ext uri="{FF2B5EF4-FFF2-40B4-BE49-F238E27FC236}">
                  <a16:creationId xmlns:a16="http://schemas.microsoft.com/office/drawing/2014/main" id="{350A941F-3CB2-9845-276F-C652DAB4BC91}"/>
                </a:ext>
              </a:extLst>
            </p:cNvPr>
            <p:cNvSpPr/>
            <p:nvPr/>
          </p:nvSpPr>
          <p:spPr>
            <a:xfrm>
              <a:off x="1" y="1008303"/>
              <a:ext cx="4545567" cy="5378213"/>
            </a:xfrm>
            <a:custGeom>
              <a:avLst/>
              <a:gdLst>
                <a:gd name="connsiteX0" fmla="*/ 2790343 w 4545567"/>
                <a:gd name="connsiteY0" fmla="*/ 207858 h 5378213"/>
                <a:gd name="connsiteX1" fmla="*/ 2189908 w 4545567"/>
                <a:gd name="connsiteY1" fmla="*/ 1454971 h 5378213"/>
                <a:gd name="connsiteX2" fmla="*/ 3035732 w 4545567"/>
                <a:gd name="connsiteY2" fmla="*/ 2725208 h 5378213"/>
                <a:gd name="connsiteX3" fmla="*/ 4112571 w 4545567"/>
                <a:gd name="connsiteY3" fmla="*/ 3296815 h 5378213"/>
                <a:gd name="connsiteX4" fmla="*/ 3592905 w 4545567"/>
                <a:gd name="connsiteY4" fmla="*/ 3123581 h 5378213"/>
                <a:gd name="connsiteX5" fmla="*/ 1199704 w 4545567"/>
                <a:gd name="connsiteY5" fmla="*/ 5378213 h 5378213"/>
                <a:gd name="connsiteX6" fmla="*/ 79571 w 4545567"/>
                <a:gd name="connsiteY6" fmla="*/ 4587208 h 5378213"/>
                <a:gd name="connsiteX7" fmla="*/ 0 w 4545567"/>
                <a:gd name="connsiteY7" fmla="*/ 4591624 h 5378213"/>
                <a:gd name="connsiteX8" fmla="*/ 0 w 4545567"/>
                <a:gd name="connsiteY8" fmla="*/ 4375064 h 5378213"/>
                <a:gd name="connsiteX9" fmla="*/ 81891 w 4545567"/>
                <a:gd name="connsiteY9" fmla="*/ 4367296 h 5378213"/>
                <a:gd name="connsiteX10" fmla="*/ 1808829 w 4545567"/>
                <a:gd name="connsiteY10" fmla="*/ 4073375 h 5378213"/>
                <a:gd name="connsiteX11" fmla="*/ 2394856 w 4545567"/>
                <a:gd name="connsiteY11" fmla="*/ 3357418 h 5378213"/>
                <a:gd name="connsiteX12" fmla="*/ 1906977 w 4545567"/>
                <a:gd name="connsiteY12" fmla="*/ 1732111 h 5378213"/>
                <a:gd name="connsiteX13" fmla="*/ 2790343 w 4545567"/>
                <a:gd name="connsiteY13" fmla="*/ 207858 h 5378213"/>
                <a:gd name="connsiteX14" fmla="*/ 3431257 w 4545567"/>
                <a:gd name="connsiteY14" fmla="*/ 0 h 5378213"/>
                <a:gd name="connsiteX15" fmla="*/ 3855635 w 4545567"/>
                <a:gd name="connsiteY15" fmla="*/ 314680 h 5378213"/>
                <a:gd name="connsiteX16" fmla="*/ 3803646 w 4545567"/>
                <a:gd name="connsiteY16" fmla="*/ 415719 h 5378213"/>
                <a:gd name="connsiteX17" fmla="*/ 4545567 w 4545567"/>
                <a:gd name="connsiteY17" fmla="*/ 1345271 h 5378213"/>
                <a:gd name="connsiteX18" fmla="*/ 4412771 w 4545567"/>
                <a:gd name="connsiteY18" fmla="*/ 1368373 h 5378213"/>
                <a:gd name="connsiteX19" fmla="*/ 4360820 w 4545567"/>
                <a:gd name="connsiteY19" fmla="*/ 1423231 h 5378213"/>
                <a:gd name="connsiteX20" fmla="*/ 4438766 w 4545567"/>
                <a:gd name="connsiteY20" fmla="*/ 1607992 h 5378213"/>
                <a:gd name="connsiteX21" fmla="*/ 4326173 w 4545567"/>
                <a:gd name="connsiteY21" fmla="*/ 1639730 h 5378213"/>
                <a:gd name="connsiteX22" fmla="*/ 4204927 w 4545567"/>
                <a:gd name="connsiteY22" fmla="*/ 1541594 h 5378213"/>
                <a:gd name="connsiteX23" fmla="*/ 4204927 w 4545567"/>
                <a:gd name="connsiteY23" fmla="*/ 1541591 h 5378213"/>
                <a:gd name="connsiteX24" fmla="*/ 4233817 w 4545567"/>
                <a:gd name="connsiteY24" fmla="*/ 1336612 h 5378213"/>
                <a:gd name="connsiteX25" fmla="*/ 4178969 w 4545567"/>
                <a:gd name="connsiteY25" fmla="*/ 1180735 h 5378213"/>
                <a:gd name="connsiteX26" fmla="*/ 3864288 w 4545567"/>
                <a:gd name="connsiteY26" fmla="*/ 773675 h 5378213"/>
                <a:gd name="connsiteX27" fmla="*/ 3341762 w 4545567"/>
                <a:gd name="connsiteY27" fmla="*/ 568717 h 5378213"/>
                <a:gd name="connsiteX28" fmla="*/ 3561155 w 4545567"/>
                <a:gd name="connsiteY28" fmla="*/ 274259 h 5378213"/>
                <a:gd name="connsiteX29" fmla="*/ 3431257 w 4545567"/>
                <a:gd name="connsiteY29" fmla="*/ 0 h 53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45567" h="5378213">
                  <a:moveTo>
                    <a:pt x="2790343" y="207858"/>
                  </a:moveTo>
                  <a:cubicBezTo>
                    <a:pt x="2383308" y="560059"/>
                    <a:pt x="2189908" y="964213"/>
                    <a:pt x="2189908" y="1454971"/>
                  </a:cubicBezTo>
                  <a:cubicBezTo>
                    <a:pt x="2189908" y="1948629"/>
                    <a:pt x="2383308" y="2468269"/>
                    <a:pt x="3035732" y="2725208"/>
                  </a:cubicBezTo>
                  <a:cubicBezTo>
                    <a:pt x="3497655" y="2907063"/>
                    <a:pt x="3927789" y="2912846"/>
                    <a:pt x="4112571" y="3296815"/>
                  </a:cubicBezTo>
                  <a:cubicBezTo>
                    <a:pt x="3947990" y="3166880"/>
                    <a:pt x="3740145" y="3123581"/>
                    <a:pt x="3592905" y="3123581"/>
                  </a:cubicBezTo>
                  <a:cubicBezTo>
                    <a:pt x="2654689" y="3123581"/>
                    <a:pt x="2299604" y="4878790"/>
                    <a:pt x="1199704" y="5378213"/>
                  </a:cubicBezTo>
                  <a:cubicBezTo>
                    <a:pt x="1433542" y="4769094"/>
                    <a:pt x="729129" y="4572799"/>
                    <a:pt x="79571" y="4587208"/>
                  </a:cubicBezTo>
                  <a:lnTo>
                    <a:pt x="0" y="4591624"/>
                  </a:lnTo>
                  <a:lnTo>
                    <a:pt x="0" y="4375064"/>
                  </a:lnTo>
                  <a:lnTo>
                    <a:pt x="81891" y="4367296"/>
                  </a:lnTo>
                  <a:cubicBezTo>
                    <a:pt x="611474" y="4328789"/>
                    <a:pt x="1263205" y="4343650"/>
                    <a:pt x="1808829" y="4073375"/>
                  </a:cubicBezTo>
                  <a:cubicBezTo>
                    <a:pt x="2100412" y="3929032"/>
                    <a:pt x="2394856" y="3686506"/>
                    <a:pt x="2394856" y="3357418"/>
                  </a:cubicBezTo>
                  <a:cubicBezTo>
                    <a:pt x="2394856" y="2961927"/>
                    <a:pt x="1906977" y="2572186"/>
                    <a:pt x="1906977" y="1732111"/>
                  </a:cubicBezTo>
                  <a:cubicBezTo>
                    <a:pt x="1906977" y="1183612"/>
                    <a:pt x="2149469" y="551399"/>
                    <a:pt x="2790343" y="207858"/>
                  </a:cubicBezTo>
                  <a:close/>
                  <a:moveTo>
                    <a:pt x="3431257" y="0"/>
                  </a:moveTo>
                  <a:cubicBezTo>
                    <a:pt x="3546710" y="20201"/>
                    <a:pt x="3855635" y="147239"/>
                    <a:pt x="3855635" y="314680"/>
                  </a:cubicBezTo>
                  <a:cubicBezTo>
                    <a:pt x="3855635" y="349318"/>
                    <a:pt x="3838294" y="381058"/>
                    <a:pt x="3803646" y="415719"/>
                  </a:cubicBezTo>
                  <a:lnTo>
                    <a:pt x="4545567" y="1345271"/>
                  </a:lnTo>
                  <a:cubicBezTo>
                    <a:pt x="4519608" y="1385693"/>
                    <a:pt x="4461863" y="1368373"/>
                    <a:pt x="4412771" y="1368373"/>
                  </a:cubicBezTo>
                  <a:cubicBezTo>
                    <a:pt x="4381059" y="1368373"/>
                    <a:pt x="4360820" y="1388574"/>
                    <a:pt x="4360820" y="1423231"/>
                  </a:cubicBezTo>
                  <a:cubicBezTo>
                    <a:pt x="4360820" y="1486732"/>
                    <a:pt x="4409911" y="1564671"/>
                    <a:pt x="4438766" y="1607992"/>
                  </a:cubicBezTo>
                  <a:cubicBezTo>
                    <a:pt x="4415668" y="1622410"/>
                    <a:pt x="4372369" y="1639730"/>
                    <a:pt x="4326173" y="1639730"/>
                  </a:cubicBezTo>
                  <a:cubicBezTo>
                    <a:pt x="4268428" y="1639730"/>
                    <a:pt x="4204927" y="1619534"/>
                    <a:pt x="4204927" y="1541594"/>
                  </a:cubicBezTo>
                  <a:lnTo>
                    <a:pt x="4204927" y="1541591"/>
                  </a:lnTo>
                  <a:cubicBezTo>
                    <a:pt x="4204927" y="1492513"/>
                    <a:pt x="4233817" y="1408794"/>
                    <a:pt x="4233817" y="1336612"/>
                  </a:cubicBezTo>
                  <a:cubicBezTo>
                    <a:pt x="4233817" y="1299094"/>
                    <a:pt x="4225129" y="1252894"/>
                    <a:pt x="4178969" y="1180735"/>
                  </a:cubicBezTo>
                  <a:cubicBezTo>
                    <a:pt x="4112571" y="1079695"/>
                    <a:pt x="3985533" y="903595"/>
                    <a:pt x="3864288" y="773675"/>
                  </a:cubicBezTo>
                  <a:cubicBezTo>
                    <a:pt x="3702638" y="603357"/>
                    <a:pt x="3561155" y="554276"/>
                    <a:pt x="3341762" y="568717"/>
                  </a:cubicBezTo>
                  <a:cubicBezTo>
                    <a:pt x="3520752" y="470557"/>
                    <a:pt x="3561155" y="378181"/>
                    <a:pt x="3561155" y="274259"/>
                  </a:cubicBezTo>
                  <a:cubicBezTo>
                    <a:pt x="3561155" y="184760"/>
                    <a:pt x="3512099" y="89498"/>
                    <a:pt x="3431257" y="0"/>
                  </a:cubicBezTo>
                  <a:close/>
                </a:path>
              </a:pathLst>
            </a:custGeom>
            <a:solidFill>
              <a:srgbClr val="0BE248"/>
            </a:solidFill>
            <a:ln w="0" cap="flat">
              <a:noFill/>
              <a:prstDash val="solid"/>
              <a:miter/>
            </a:ln>
          </p:spPr>
          <p:txBody>
            <a:bodyPr wrap="square" rtlCol="0" anchor="ctr">
              <a:noAutofit/>
            </a:bodyPr>
            <a:lstStyle/>
            <a:p>
              <a:endParaRPr lang="en-GB"/>
            </a:p>
          </p:txBody>
        </p:sp>
      </p:grpSp>
      <p:sp>
        <p:nvSpPr>
          <p:cNvPr id="11" name="Title 14">
            <a:extLst>
              <a:ext uri="{FF2B5EF4-FFF2-40B4-BE49-F238E27FC236}">
                <a16:creationId xmlns:a16="http://schemas.microsoft.com/office/drawing/2014/main" id="{F400E925-2042-8E3A-2316-DFB79E788CA6}"/>
              </a:ext>
            </a:extLst>
          </p:cNvPr>
          <p:cNvSpPr>
            <a:spLocks noGrp="1"/>
          </p:cNvSpPr>
          <p:nvPr userDrawn="1">
            <p:ph type="title" hasCustomPrompt="1"/>
          </p:nvPr>
        </p:nvSpPr>
        <p:spPr>
          <a:xfrm>
            <a:off x="6657174" y="390525"/>
            <a:ext cx="5136363" cy="3658504"/>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a:t>
            </a:r>
            <a:br>
              <a:rPr lang="en-US"/>
            </a:br>
            <a:r>
              <a:rPr lang="en-US"/>
              <a:t>title style</a:t>
            </a:r>
            <a:endParaRPr lang="en-GB"/>
          </a:p>
        </p:txBody>
      </p:sp>
      <p:sp>
        <p:nvSpPr>
          <p:cNvPr id="13" name="Text Placeholder 3">
            <a:extLst>
              <a:ext uri="{FF2B5EF4-FFF2-40B4-BE49-F238E27FC236}">
                <a16:creationId xmlns:a16="http://schemas.microsoft.com/office/drawing/2014/main" id="{901B5DBF-BA3F-6D66-3C08-561D8FC52AA4}"/>
              </a:ext>
            </a:extLst>
          </p:cNvPr>
          <p:cNvSpPr>
            <a:spLocks noGrp="1"/>
          </p:cNvSpPr>
          <p:nvPr userDrawn="1">
            <p:ph type="body" sz="quarter" idx="14"/>
          </p:nvPr>
        </p:nvSpPr>
        <p:spPr>
          <a:xfrm>
            <a:off x="6657174" y="4200042"/>
            <a:ext cx="5136363" cy="1052678"/>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userDrawn="1">
            <p:ph type="dt" sz="half" idx="12"/>
          </p:nvPr>
        </p:nvSpPr>
        <p:spPr/>
        <p:txBody>
          <a:bodyPr/>
          <a:lstStyle>
            <a:lvl1pPr>
              <a:defRPr>
                <a:solidFill>
                  <a:schemeClr val="bg1"/>
                </a:solidFill>
              </a:defRPr>
            </a:lvl1pPr>
          </a:lstStyle>
          <a:p>
            <a:fld id="{05DD9C60-D469-4350-803A-1E387B16F391}"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userDrawn="1">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userDrawn="1">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userDrawn="1"/>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538620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D03446-8F6A-7612-3970-23FAD981EB79}"/>
              </a:ext>
            </a:extLst>
          </p:cNvPr>
          <p:cNvSpPr>
            <a:spLocks noGrp="1"/>
          </p:cNvSpPr>
          <p:nvPr>
            <p:ph type="title"/>
          </p:nvPr>
        </p:nvSpPr>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11410950"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9">
            <a:extLst>
              <a:ext uri="{FF2B5EF4-FFF2-40B4-BE49-F238E27FC236}">
                <a16:creationId xmlns:a16="http://schemas.microsoft.com/office/drawing/2014/main" id="{84118079-9E77-74CB-D481-BF6575CFDACE}"/>
              </a:ext>
            </a:extLst>
          </p:cNvPr>
          <p:cNvSpPr>
            <a:spLocks noGrp="1"/>
          </p:cNvSpPr>
          <p:nvPr>
            <p:ph type="body" sz="quarter" idx="14"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02D8425-4089-4CBB-BCA2-2DB3E621226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227359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8763-CAF6-67A6-A93A-001D0189162A}"/>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3"/>
            <a:ext cx="5626099"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6167438" y="1592263"/>
            <a:ext cx="5626099" cy="45005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3A69233C-3EE6-3DBC-019C-590F85BDAFB4}"/>
              </a:ext>
            </a:extLst>
          </p:cNvPr>
          <p:cNvSpPr>
            <a:spLocks noGrp="1"/>
          </p:cNvSpPr>
          <p:nvPr>
            <p:ph type="body" sz="quarter" idx="15"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0BB07D7-EC64-4920-9022-AC126F2F3E4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42149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1035332-A892-6C43-D4AF-7D1DAC470D84}"/>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7" y="1592264"/>
            <a:ext cx="5626099" cy="44905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5" name="Picture Placeholder 24">
            <a:extLst>
              <a:ext uri="{FF2B5EF4-FFF2-40B4-BE49-F238E27FC236}">
                <a16:creationId xmlns:a16="http://schemas.microsoft.com/office/drawing/2014/main" id="{AC78F3F4-B20A-CE6E-835D-B30223588AAB}"/>
              </a:ext>
            </a:extLst>
          </p:cNvPr>
          <p:cNvSpPr>
            <a:spLocks noGrp="1"/>
          </p:cNvSpPr>
          <p:nvPr>
            <p:ph type="pic" sz="quarter" idx="17"/>
          </p:nvPr>
        </p:nvSpPr>
        <p:spPr>
          <a:xfrm flipH="1">
            <a:off x="6167436" y="1592264"/>
            <a:ext cx="5626102" cy="4500561"/>
          </a:xfrm>
          <a:custGeom>
            <a:avLst/>
            <a:gdLst>
              <a:gd name="connsiteX0" fmla="*/ 5515844 w 5626102"/>
              <a:gd name="connsiteY0" fmla="*/ 0 h 4500561"/>
              <a:gd name="connsiteX1" fmla="*/ 3777299 w 5626102"/>
              <a:gd name="connsiteY1" fmla="*/ 0 h 4500561"/>
              <a:gd name="connsiteX2" fmla="*/ 1848803 w 5626102"/>
              <a:gd name="connsiteY2" fmla="*/ 0 h 4500561"/>
              <a:gd name="connsiteX3" fmla="*/ 110258 w 5626102"/>
              <a:gd name="connsiteY3" fmla="*/ 0 h 4500561"/>
              <a:gd name="connsiteX4" fmla="*/ 0 w 5626102"/>
              <a:gd name="connsiteY4" fmla="*/ 110258 h 4500561"/>
              <a:gd name="connsiteX5" fmla="*/ 0 w 5626102"/>
              <a:gd name="connsiteY5" fmla="*/ 120245 h 4500561"/>
              <a:gd name="connsiteX6" fmla="*/ 0 w 5626102"/>
              <a:gd name="connsiteY6" fmla="*/ 193039 h 4500561"/>
              <a:gd name="connsiteX7" fmla="*/ 0 w 5626102"/>
              <a:gd name="connsiteY7" fmla="*/ 1655196 h 4500561"/>
              <a:gd name="connsiteX8" fmla="*/ 0 w 5626102"/>
              <a:gd name="connsiteY8" fmla="*/ 2845365 h 4500561"/>
              <a:gd name="connsiteX9" fmla="*/ 0 w 5626102"/>
              <a:gd name="connsiteY9" fmla="*/ 2918159 h 4500561"/>
              <a:gd name="connsiteX10" fmla="*/ 0 w 5626102"/>
              <a:gd name="connsiteY10" fmla="*/ 2928146 h 4500561"/>
              <a:gd name="connsiteX11" fmla="*/ 0 w 5626102"/>
              <a:gd name="connsiteY11" fmla="*/ 4380316 h 4500561"/>
              <a:gd name="connsiteX12" fmla="*/ 0 w 5626102"/>
              <a:gd name="connsiteY12" fmla="*/ 4390303 h 4500561"/>
              <a:gd name="connsiteX13" fmla="*/ 110258 w 5626102"/>
              <a:gd name="connsiteY13" fmla="*/ 4500561 h 4500561"/>
              <a:gd name="connsiteX14" fmla="*/ 1848803 w 5626102"/>
              <a:gd name="connsiteY14" fmla="*/ 4500561 h 4500561"/>
              <a:gd name="connsiteX15" fmla="*/ 3777299 w 5626102"/>
              <a:gd name="connsiteY15" fmla="*/ 4500561 h 4500561"/>
              <a:gd name="connsiteX16" fmla="*/ 5515844 w 5626102"/>
              <a:gd name="connsiteY16" fmla="*/ 4500561 h 4500561"/>
              <a:gd name="connsiteX17" fmla="*/ 5626102 w 5626102"/>
              <a:gd name="connsiteY17" fmla="*/ 4390303 h 4500561"/>
              <a:gd name="connsiteX18" fmla="*/ 5626102 w 5626102"/>
              <a:gd name="connsiteY18" fmla="*/ 4380316 h 4500561"/>
              <a:gd name="connsiteX19" fmla="*/ 5626102 w 5626102"/>
              <a:gd name="connsiteY19" fmla="*/ 2928146 h 4500561"/>
              <a:gd name="connsiteX20" fmla="*/ 5626102 w 5626102"/>
              <a:gd name="connsiteY20" fmla="*/ 2918159 h 4500561"/>
              <a:gd name="connsiteX21" fmla="*/ 5626102 w 5626102"/>
              <a:gd name="connsiteY21" fmla="*/ 2845365 h 4500561"/>
              <a:gd name="connsiteX22" fmla="*/ 5626102 w 5626102"/>
              <a:gd name="connsiteY22" fmla="*/ 1655196 h 4500561"/>
              <a:gd name="connsiteX23" fmla="*/ 5626102 w 5626102"/>
              <a:gd name="connsiteY23" fmla="*/ 193039 h 4500561"/>
              <a:gd name="connsiteX24" fmla="*/ 5626102 w 5626102"/>
              <a:gd name="connsiteY24" fmla="*/ 120245 h 4500561"/>
              <a:gd name="connsiteX25" fmla="*/ 5626102 w 5626102"/>
              <a:gd name="connsiteY25" fmla="*/ 110258 h 4500561"/>
              <a:gd name="connsiteX26" fmla="*/ 5515844 w 5626102"/>
              <a:gd name="connsiteY26" fmla="*/ 0 h 450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626102" h="4500561">
                <a:moveTo>
                  <a:pt x="5515844" y="0"/>
                </a:moveTo>
                <a:lnTo>
                  <a:pt x="3777299" y="0"/>
                </a:lnTo>
                <a:lnTo>
                  <a:pt x="1848803" y="0"/>
                </a:lnTo>
                <a:lnTo>
                  <a:pt x="110258" y="0"/>
                </a:lnTo>
                <a:cubicBezTo>
                  <a:pt x="49364" y="0"/>
                  <a:pt x="0" y="49364"/>
                  <a:pt x="0" y="110258"/>
                </a:cubicBezTo>
                <a:lnTo>
                  <a:pt x="0" y="120245"/>
                </a:lnTo>
                <a:lnTo>
                  <a:pt x="0" y="193039"/>
                </a:lnTo>
                <a:lnTo>
                  <a:pt x="0" y="1655196"/>
                </a:lnTo>
                <a:lnTo>
                  <a:pt x="0" y="2845365"/>
                </a:lnTo>
                <a:lnTo>
                  <a:pt x="0" y="2918159"/>
                </a:lnTo>
                <a:lnTo>
                  <a:pt x="0" y="2928146"/>
                </a:lnTo>
                <a:lnTo>
                  <a:pt x="0" y="4380316"/>
                </a:lnTo>
                <a:lnTo>
                  <a:pt x="0" y="4390303"/>
                </a:lnTo>
                <a:cubicBezTo>
                  <a:pt x="0" y="4451197"/>
                  <a:pt x="49364" y="4500561"/>
                  <a:pt x="110258" y="4500561"/>
                </a:cubicBezTo>
                <a:lnTo>
                  <a:pt x="1848803" y="4500561"/>
                </a:lnTo>
                <a:lnTo>
                  <a:pt x="3777299" y="4500561"/>
                </a:lnTo>
                <a:lnTo>
                  <a:pt x="5515844" y="4500561"/>
                </a:lnTo>
                <a:cubicBezTo>
                  <a:pt x="5576738" y="4500561"/>
                  <a:pt x="5626102" y="4451197"/>
                  <a:pt x="5626102" y="4390303"/>
                </a:cubicBezTo>
                <a:lnTo>
                  <a:pt x="5626102" y="4380316"/>
                </a:lnTo>
                <a:lnTo>
                  <a:pt x="5626102" y="2928146"/>
                </a:lnTo>
                <a:lnTo>
                  <a:pt x="5626102" y="2918159"/>
                </a:lnTo>
                <a:lnTo>
                  <a:pt x="5626102" y="2845365"/>
                </a:lnTo>
                <a:lnTo>
                  <a:pt x="5626102" y="1655196"/>
                </a:lnTo>
                <a:lnTo>
                  <a:pt x="5626102" y="193039"/>
                </a:lnTo>
                <a:lnTo>
                  <a:pt x="5626102" y="120245"/>
                </a:lnTo>
                <a:lnTo>
                  <a:pt x="5626102" y="110258"/>
                </a:lnTo>
                <a:cubicBezTo>
                  <a:pt x="5626102" y="49364"/>
                  <a:pt x="5576738" y="0"/>
                  <a:pt x="5515844" y="0"/>
                </a:cubicBezTo>
                <a:close/>
              </a:path>
            </a:pathLst>
          </a:custGeom>
        </p:spPr>
        <p:txBody>
          <a:bodyPr wrap="square">
            <a:noAutofit/>
          </a:bodyPr>
          <a:lstStyle/>
          <a:p>
            <a:r>
              <a:rPr lang="en-GB"/>
              <a:t>Click icon to add picture</a:t>
            </a:r>
          </a:p>
        </p:txBody>
      </p:sp>
      <p:sp>
        <p:nvSpPr>
          <p:cNvPr id="8" name="Text Placeholder 9">
            <a:extLst>
              <a:ext uri="{FF2B5EF4-FFF2-40B4-BE49-F238E27FC236}">
                <a16:creationId xmlns:a16="http://schemas.microsoft.com/office/drawing/2014/main" id="{3F3B300D-949B-4085-6D1E-DE68FA9577EE}"/>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23318A6D-BBB1-467F-BA16-31BE8E699438}"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272302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40"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70849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1"/>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52720CD9-D609-46C3-8253-87BABBD7015C}"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D99D9710-A0C2-C6B6-DD0A-A2D3CCB87BA9}"/>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4277649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40"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94398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1"/>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06276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olumn and Image">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FB9A2962-A043-8A6B-31F0-A893DFC32C88}"/>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Picture Placeholder 13">
            <a:extLst>
              <a:ext uri="{FF2B5EF4-FFF2-40B4-BE49-F238E27FC236}">
                <a16:creationId xmlns:a16="http://schemas.microsoft.com/office/drawing/2014/main" id="{D5D38E7B-94E7-80EC-7C80-6DFEA1864798}"/>
              </a:ext>
            </a:extLst>
          </p:cNvPr>
          <p:cNvSpPr>
            <a:spLocks noGrp="1"/>
          </p:cNvSpPr>
          <p:nvPr>
            <p:ph type="pic" sz="quarter" idx="18"/>
          </p:nvPr>
        </p:nvSpPr>
        <p:spPr>
          <a:xfrm>
            <a:off x="7848600" y="0"/>
            <a:ext cx="4343400" cy="6858000"/>
          </a:xfrm>
        </p:spPr>
        <p:txBody>
          <a:bodyPr/>
          <a:lstStyle/>
          <a:p>
            <a:r>
              <a:rPr lang="en-GB"/>
              <a:t>Click icon to add picture</a:t>
            </a:r>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336555AF-91A3-41F0-B68B-8914D26F7750}"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02B3EE4-BFAB-829E-7F48-021D089E68C1}"/>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249966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hree Column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BAB6-8624-3312-1791-1BBA427839B4}"/>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68946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243329" y="1593621"/>
            <a:ext cx="368946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8104070" y="1593621"/>
            <a:ext cx="368946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9">
            <a:extLst>
              <a:ext uri="{FF2B5EF4-FFF2-40B4-BE49-F238E27FC236}">
                <a16:creationId xmlns:a16="http://schemas.microsoft.com/office/drawing/2014/main" id="{9A98C0E0-26F0-55C2-E153-78284C244622}"/>
              </a:ext>
            </a:extLst>
          </p:cNvPr>
          <p:cNvSpPr>
            <a:spLocks noGrp="1"/>
          </p:cNvSpPr>
          <p:nvPr>
            <p:ph type="body" sz="quarter" idx="16"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18A7B925-5BE5-4C73-AF91-D318C3B2EC59}"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77986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Four Column Content ">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66D8AF-2F55-696A-EF6F-1BC3DBB30E31}"/>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3277660" y="1593621"/>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6172730" y="1595526"/>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9067802" y="1595526"/>
            <a:ext cx="2725737"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AE6BD504-A916-D487-4B37-4E5E04904CAD}"/>
              </a:ext>
            </a:extLst>
          </p:cNvPr>
          <p:cNvSpPr>
            <a:spLocks noGrp="1"/>
          </p:cNvSpPr>
          <p:nvPr>
            <p:ph type="body" sz="quarter" idx="17"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E9857CA3-04D6-4F53-8451-58DD27E8524E}"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87980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Five Column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B6B8D84-E9FE-2CF3-0C2F-0C41CC12D089}"/>
              </a:ext>
            </a:extLst>
          </p:cNvPr>
          <p:cNvSpPr>
            <a:spLocks noGrp="1"/>
          </p:cNvSpPr>
          <p:nvPr>
            <p:ph type="title"/>
          </p:nvPr>
        </p:nvSpPr>
        <p:spPr/>
        <p:txBody>
          <a:bodyPr vert="horz"/>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324"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2698486"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6">
            <a:extLst>
              <a:ext uri="{FF2B5EF4-FFF2-40B4-BE49-F238E27FC236}">
                <a16:creationId xmlns:a16="http://schemas.microsoft.com/office/drawing/2014/main" id="{D86C3B5D-A4EC-A0E0-CD98-83832E4D0592}"/>
              </a:ext>
            </a:extLst>
          </p:cNvPr>
          <p:cNvSpPr>
            <a:spLocks noGrp="1"/>
          </p:cNvSpPr>
          <p:nvPr>
            <p:ph sz="quarter" idx="15"/>
          </p:nvPr>
        </p:nvSpPr>
        <p:spPr>
          <a:xfrm>
            <a:off x="5014648"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6">
            <a:extLst>
              <a:ext uri="{FF2B5EF4-FFF2-40B4-BE49-F238E27FC236}">
                <a16:creationId xmlns:a16="http://schemas.microsoft.com/office/drawing/2014/main" id="{70F4ED81-A228-6130-6820-4C6470D1F580}"/>
              </a:ext>
            </a:extLst>
          </p:cNvPr>
          <p:cNvSpPr>
            <a:spLocks noGrp="1"/>
          </p:cNvSpPr>
          <p:nvPr>
            <p:ph sz="quarter" idx="16"/>
          </p:nvPr>
        </p:nvSpPr>
        <p:spPr>
          <a:xfrm>
            <a:off x="7330810"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Content Placeholder 6">
            <a:extLst>
              <a:ext uri="{FF2B5EF4-FFF2-40B4-BE49-F238E27FC236}">
                <a16:creationId xmlns:a16="http://schemas.microsoft.com/office/drawing/2014/main" id="{B15F4F2B-279B-00A7-3FA7-1299DCB823B9}"/>
              </a:ext>
            </a:extLst>
          </p:cNvPr>
          <p:cNvSpPr>
            <a:spLocks noGrp="1"/>
          </p:cNvSpPr>
          <p:nvPr>
            <p:ph sz="quarter" idx="17"/>
          </p:nvPr>
        </p:nvSpPr>
        <p:spPr>
          <a:xfrm>
            <a:off x="9646972" y="1593621"/>
            <a:ext cx="2146298"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1B291738-D43F-9D8B-2659-421D0BDAD3BD}"/>
              </a:ext>
            </a:extLst>
          </p:cNvPr>
          <p:cNvSpPr>
            <a:spLocks noGrp="1"/>
          </p:cNvSpPr>
          <p:nvPr>
            <p:ph type="body" sz="quarter" idx="18" hasCustomPrompt="1"/>
          </p:nvPr>
        </p:nvSpPr>
        <p:spPr>
          <a:xfrm>
            <a:off x="382587" y="6135468"/>
            <a:ext cx="1141068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904D913-FEF3-4822-979B-50615CD51B5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59957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F2B3CD09-C8FF-8026-C233-2B7F637CD96D}"/>
              </a:ext>
            </a:extLst>
          </p:cNvPr>
          <p:cNvSpPr>
            <a:spLocks noGrp="1"/>
          </p:cNvSpPr>
          <p:nvPr>
            <p:ph type="body" sz="quarter" idx="21"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A7728EC-6869-BF41-19DA-8BE69F479A12}"/>
              </a:ext>
            </a:extLst>
          </p:cNvPr>
          <p:cNvSpPr>
            <a:spLocks noGrp="1"/>
          </p:cNvSpPr>
          <p:nvPr>
            <p:ph type="dt" sz="half" idx="12"/>
          </p:nvPr>
        </p:nvSpPr>
        <p:spPr/>
        <p:txBody>
          <a:bodyPr/>
          <a:lstStyle/>
          <a:p>
            <a:fld id="{17A00E87-D74F-4393-AEAA-24EF260EC224}" type="datetime3">
              <a:rPr lang="en-GB" smtClean="0"/>
              <a:t>3 August, 2026</a:t>
            </a:fld>
            <a:endParaRPr lang="en-GB"/>
          </a:p>
        </p:txBody>
      </p:sp>
      <p:sp>
        <p:nvSpPr>
          <p:cNvPr id="3" name="Footer Placeholder 2">
            <a:extLst>
              <a:ext uri="{FF2B5EF4-FFF2-40B4-BE49-F238E27FC236}">
                <a16:creationId xmlns:a16="http://schemas.microsoft.com/office/drawing/2014/main" id="{E0231CFE-F5B9-1AAB-AA10-5CBB4F72D837}"/>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51893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olour Background and Content">
    <p:bg>
      <p:bgPr>
        <a:solidFill>
          <a:srgbClr val="C7FFC6"/>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60F7AC-5D6C-2C65-5880-486692521CCB}"/>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chemeClr val="bg1"/>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BDDC91C-D2C0-29BC-EB3C-10CD00452EC2}"/>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5DCF4916-2DDA-4596-A5E4-FCCC6EFF6C8C}"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2" name="Rectangle 11">
            <a:extLst>
              <a:ext uri="{FF2B5EF4-FFF2-40B4-BE49-F238E27FC236}">
                <a16:creationId xmlns:a16="http://schemas.microsoft.com/office/drawing/2014/main" id="{5780DECE-EB79-91E5-73E3-3EE329BA64CF}"/>
              </a:ext>
            </a:extLst>
          </p:cNvPr>
          <p:cNvSpPr/>
          <p:nvPr userDrawn="1"/>
        </p:nvSpPr>
        <p:spPr>
          <a:xfrm>
            <a:off x="0" y="6959600"/>
            <a:ext cx="1076960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Calm Green and Light Grey.</a:t>
            </a:r>
          </a:p>
        </p:txBody>
      </p:sp>
    </p:spTree>
    <p:extLst>
      <p:ext uri="{BB962C8B-B14F-4D97-AF65-F5344CB8AC3E}">
        <p14:creationId xmlns:p14="http://schemas.microsoft.com/office/powerpoint/2010/main" val="20220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Colour Background and Content">
    <p:bg>
      <p:bgPr>
        <a:solidFill>
          <a:srgbClr val="C7FFC6"/>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60F7AC-5D6C-2C65-5880-486692521CCB}"/>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chemeClr val="bg1"/>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59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and Colour Content ">
    <p:bg>
      <p:bgPr>
        <a:solidFill>
          <a:schemeClr val="bg1"/>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9BFB743-0FAA-3401-A4B3-9393024ECD54}"/>
              </a:ext>
            </a:extLst>
          </p:cNvPr>
          <p:cNvSpPr>
            <a:spLocks noGrp="1"/>
          </p:cNvSpPr>
          <p:nvPr>
            <p:ph type="title"/>
          </p:nvPr>
        </p:nvSpPr>
        <p:spPr/>
        <p:txBody>
          <a:bodyPr vert="horz"/>
          <a:lstStyle/>
          <a:p>
            <a:r>
              <a:rPr lang="en-GB"/>
              <a:t>Click to edit Master title style</a:t>
            </a:r>
          </a:p>
        </p:txBody>
      </p:sp>
      <p:sp>
        <p:nvSpPr>
          <p:cNvPr id="11" name="Text Placeholder 10">
            <a:extLst>
              <a:ext uri="{FF2B5EF4-FFF2-40B4-BE49-F238E27FC236}">
                <a16:creationId xmlns:a16="http://schemas.microsoft.com/office/drawing/2014/main" id="{A548D859-6035-97D8-AE72-09A2AA408A0E}"/>
              </a:ext>
            </a:extLst>
          </p:cNvPr>
          <p:cNvSpPr>
            <a:spLocks noGrp="1"/>
          </p:cNvSpPr>
          <p:nvPr>
            <p:ph type="body" sz="quarter" idx="13"/>
          </p:nvPr>
        </p:nvSpPr>
        <p:spPr>
          <a:xfrm>
            <a:off x="382588" y="1592263"/>
            <a:ext cx="11410950" cy="4503420"/>
          </a:xfrm>
          <a:custGeom>
            <a:avLst/>
            <a:gdLst>
              <a:gd name="connsiteX0" fmla="*/ 110514 w 11410950"/>
              <a:gd name="connsiteY0" fmla="*/ 0 h 4503420"/>
              <a:gd name="connsiteX1" fmla="*/ 11300436 w 11410950"/>
              <a:gd name="connsiteY1" fmla="*/ 0 h 4503420"/>
              <a:gd name="connsiteX2" fmla="*/ 11410950 w 11410950"/>
              <a:gd name="connsiteY2" fmla="*/ 110514 h 4503420"/>
              <a:gd name="connsiteX3" fmla="*/ 11410950 w 11410950"/>
              <a:gd name="connsiteY3" fmla="*/ 4392906 h 4503420"/>
              <a:gd name="connsiteX4" fmla="*/ 11300436 w 11410950"/>
              <a:gd name="connsiteY4" fmla="*/ 4503420 h 4503420"/>
              <a:gd name="connsiteX5" fmla="*/ 110514 w 11410950"/>
              <a:gd name="connsiteY5" fmla="*/ 4503420 h 4503420"/>
              <a:gd name="connsiteX6" fmla="*/ 0 w 11410950"/>
              <a:gd name="connsiteY6" fmla="*/ 4392906 h 4503420"/>
              <a:gd name="connsiteX7" fmla="*/ 0 w 11410950"/>
              <a:gd name="connsiteY7" fmla="*/ 110514 h 4503420"/>
              <a:gd name="connsiteX8" fmla="*/ 110514 w 11410950"/>
              <a:gd name="connsiteY8" fmla="*/ 0 h 4503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10950" h="4503420">
                <a:moveTo>
                  <a:pt x="110514" y="0"/>
                </a:moveTo>
                <a:lnTo>
                  <a:pt x="11300436" y="0"/>
                </a:lnTo>
                <a:cubicBezTo>
                  <a:pt x="11361471" y="0"/>
                  <a:pt x="11410950" y="49479"/>
                  <a:pt x="11410950" y="110514"/>
                </a:cubicBezTo>
                <a:lnTo>
                  <a:pt x="11410950" y="4392906"/>
                </a:lnTo>
                <a:cubicBezTo>
                  <a:pt x="11410950" y="4453941"/>
                  <a:pt x="11361471" y="4503420"/>
                  <a:pt x="11300436" y="4503420"/>
                </a:cubicBezTo>
                <a:lnTo>
                  <a:pt x="110514" y="4503420"/>
                </a:lnTo>
                <a:cubicBezTo>
                  <a:pt x="49479" y="4503420"/>
                  <a:pt x="0" y="4453941"/>
                  <a:pt x="0" y="4392906"/>
                </a:cubicBezTo>
                <a:lnTo>
                  <a:pt x="0" y="110514"/>
                </a:lnTo>
                <a:cubicBezTo>
                  <a:pt x="0" y="49479"/>
                  <a:pt x="49479" y="0"/>
                  <a:pt x="110514" y="0"/>
                </a:cubicBezTo>
                <a:close/>
              </a:path>
            </a:pathLst>
          </a:custGeom>
          <a:solidFill>
            <a:srgbClr val="6CF479"/>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A823045D-4165-EA06-5085-7543BD6F1C53}"/>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580C891-082A-39B9-12C0-386449D6C78A}"/>
              </a:ext>
            </a:extLst>
          </p:cNvPr>
          <p:cNvSpPr>
            <a:spLocks noGrp="1"/>
          </p:cNvSpPr>
          <p:nvPr>
            <p:ph type="dt" sz="half" idx="12"/>
          </p:nvPr>
        </p:nvSpPr>
        <p:spPr/>
        <p:txBody>
          <a:bodyPr/>
          <a:lstStyle/>
          <a:p>
            <a:fld id="{3FCD6323-837B-4B1C-8026-79E2F0A3E1DF}" type="datetime3">
              <a:rPr lang="en-GB" smtClean="0"/>
              <a:t>3 August, 2026</a:t>
            </a:fld>
            <a:endParaRPr lang="en-GB"/>
          </a:p>
        </p:txBody>
      </p:sp>
      <p:sp>
        <p:nvSpPr>
          <p:cNvPr id="3" name="Footer Placeholder 2">
            <a:extLst>
              <a:ext uri="{FF2B5EF4-FFF2-40B4-BE49-F238E27FC236}">
                <a16:creationId xmlns:a16="http://schemas.microsoft.com/office/drawing/2014/main" id="{6AEF036E-F351-F24E-92EC-E6C880EDF9E2}"/>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6268E5DB-274D-3140-E129-DA7B5BBF9646}"/>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A50722C3-3F19-751F-2D16-894AEC73B7C7}"/>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51295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wo Boxed Content">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751815A-DD25-1E6A-DFFD-275AC38D3815}"/>
              </a:ext>
            </a:extLst>
          </p:cNvPr>
          <p:cNvSpPr>
            <a:spLocks noGrp="1"/>
          </p:cNvSpPr>
          <p:nvPr>
            <p:ph type="title"/>
          </p:nvPr>
        </p:nvSpPr>
        <p:spPr/>
        <p:txBody>
          <a:bodyPr vert="horz"/>
          <a:lstStyle/>
          <a:p>
            <a:r>
              <a:rPr lang="en-GB"/>
              <a:t>Click to edit Master title style</a:t>
            </a:r>
          </a:p>
        </p:txBody>
      </p:sp>
      <p:sp>
        <p:nvSpPr>
          <p:cNvPr id="11" name="Content Placeholder 10">
            <a:extLst>
              <a:ext uri="{FF2B5EF4-FFF2-40B4-BE49-F238E27FC236}">
                <a16:creationId xmlns:a16="http://schemas.microsoft.com/office/drawing/2014/main" id="{3A309FE1-5BB4-A828-5924-92B8762A829C}"/>
              </a:ext>
            </a:extLst>
          </p:cNvPr>
          <p:cNvSpPr>
            <a:spLocks noGrp="1"/>
          </p:cNvSpPr>
          <p:nvPr>
            <p:ph sz="quarter" idx="13"/>
          </p:nvPr>
        </p:nvSpPr>
        <p:spPr>
          <a:xfrm>
            <a:off x="382590" y="1592264"/>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E5418A5E-DACA-97E1-6D53-DBAFA0B501BC}"/>
              </a:ext>
            </a:extLst>
          </p:cNvPr>
          <p:cNvSpPr>
            <a:spLocks noGrp="1"/>
          </p:cNvSpPr>
          <p:nvPr>
            <p:ph sz="quarter" idx="14"/>
          </p:nvPr>
        </p:nvSpPr>
        <p:spPr>
          <a:xfrm>
            <a:off x="6158094" y="1592264"/>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5755C8C2-4351-C268-D581-128090E73B87}"/>
              </a:ext>
            </a:extLst>
          </p:cNvPr>
          <p:cNvSpPr>
            <a:spLocks noGrp="1"/>
          </p:cNvSpPr>
          <p:nvPr>
            <p:ph type="body" sz="quarter" idx="15"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92218E3C-4823-4F89-A60E-2C0500200A2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870168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3"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90245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7" name="Text Placeholder 9">
            <a:extLst>
              <a:ext uri="{FF2B5EF4-FFF2-40B4-BE49-F238E27FC236}">
                <a16:creationId xmlns:a16="http://schemas.microsoft.com/office/drawing/2014/main" id="{3AF1DDF9-AA7E-23A7-F60E-7B4638E17756}"/>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415627B2-6A22-434C-AF60-F2A3480C9CC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64478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3"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2EA3000F-FCB8-2364-438D-CB565BC9B82B}"/>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700B129C-985F-41F9-877C-709D8D9E90F7}"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8712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41721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3"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64239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Highlighted Text and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1714F3-124A-0368-601A-816B286A13DD}"/>
              </a:ext>
            </a:extLst>
          </p:cNvPr>
          <p:cNvSpPr>
            <a:spLocks noGrp="1"/>
          </p:cNvSpPr>
          <p:nvPr>
            <p:ph type="title"/>
          </p:nvPr>
        </p:nvSpPr>
        <p:spPr/>
        <p:txBody>
          <a:bodyPr/>
          <a:lstStyle/>
          <a:p>
            <a:r>
              <a:rPr lang="en-GB"/>
              <a:t>Click to edit Master title style</a:t>
            </a:r>
          </a:p>
        </p:txBody>
      </p:sp>
      <p:sp>
        <p:nvSpPr>
          <p:cNvPr id="2" name="Text Placeholder 1">
            <a:extLst>
              <a:ext uri="{FF2B5EF4-FFF2-40B4-BE49-F238E27FC236}">
                <a16:creationId xmlns:a16="http://schemas.microsoft.com/office/drawing/2014/main" id="{E867829D-94CE-C8CF-9064-16C18AB1884E}"/>
              </a:ext>
            </a:extLst>
          </p:cNvPr>
          <p:cNvSpPr>
            <a:spLocks noGrp="1"/>
          </p:cNvSpPr>
          <p:nvPr>
            <p:ph type="body" sz="quarter" idx="16"/>
          </p:nvPr>
        </p:nvSpPr>
        <p:spPr>
          <a:xfrm>
            <a:off x="382593" y="1590675"/>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bg2"/>
          </a:solidFill>
        </p:spPr>
        <p:txBody>
          <a:bodyPr wrap="square" lIns="216000" tIns="180000" rIns="180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2" name="Content Placeholder 21">
            <a:extLst>
              <a:ext uri="{FF2B5EF4-FFF2-40B4-BE49-F238E27FC236}">
                <a16:creationId xmlns:a16="http://schemas.microsoft.com/office/drawing/2014/main" id="{CC6E2891-D272-59C9-A316-72DCD8E4F17B}"/>
              </a:ext>
            </a:extLst>
          </p:cNvPr>
          <p:cNvSpPr>
            <a:spLocks noGrp="1"/>
          </p:cNvSpPr>
          <p:nvPr>
            <p:ph sz="quarter" idx="22"/>
          </p:nvPr>
        </p:nvSpPr>
        <p:spPr>
          <a:xfrm>
            <a:off x="3271841" y="1590675"/>
            <a:ext cx="8521696" cy="4502150"/>
          </a:xfrm>
          <a:custGeom>
            <a:avLst/>
            <a:gdLst>
              <a:gd name="connsiteX0" fmla="*/ 114309 w 8521696"/>
              <a:gd name="connsiteY0" fmla="*/ 0 h 4502150"/>
              <a:gd name="connsiteX1" fmla="*/ 2035707 w 8521696"/>
              <a:gd name="connsiteY1" fmla="*/ 0 h 4502150"/>
              <a:gd name="connsiteX2" fmla="*/ 2628888 w 8521696"/>
              <a:gd name="connsiteY2" fmla="*/ 0 h 4502150"/>
              <a:gd name="connsiteX3" fmla="*/ 3003559 w 8521696"/>
              <a:gd name="connsiteY3" fmla="*/ 0 h 4502150"/>
              <a:gd name="connsiteX4" fmla="*/ 3355221 w 8521696"/>
              <a:gd name="connsiteY4" fmla="*/ 0 h 4502150"/>
              <a:gd name="connsiteX5" fmla="*/ 4550286 w 8521696"/>
              <a:gd name="connsiteY5" fmla="*/ 0 h 4502150"/>
              <a:gd name="connsiteX6" fmla="*/ 5518138 w 8521696"/>
              <a:gd name="connsiteY6" fmla="*/ 0 h 4502150"/>
              <a:gd name="connsiteX7" fmla="*/ 5869800 w 8521696"/>
              <a:gd name="connsiteY7" fmla="*/ 0 h 4502150"/>
              <a:gd name="connsiteX8" fmla="*/ 5881304 w 8521696"/>
              <a:gd name="connsiteY8" fmla="*/ 2323 h 4502150"/>
              <a:gd name="connsiteX9" fmla="*/ 5892808 w 8521696"/>
              <a:gd name="connsiteY9" fmla="*/ 0 h 4502150"/>
              <a:gd name="connsiteX10" fmla="*/ 8407387 w 8521696"/>
              <a:gd name="connsiteY10" fmla="*/ 0 h 4502150"/>
              <a:gd name="connsiteX11" fmla="*/ 8521696 w 8521696"/>
              <a:gd name="connsiteY11" fmla="*/ 114309 h 4502150"/>
              <a:gd name="connsiteX12" fmla="*/ 8521696 w 8521696"/>
              <a:gd name="connsiteY12" fmla="*/ 4387841 h 4502150"/>
              <a:gd name="connsiteX13" fmla="*/ 8407387 w 8521696"/>
              <a:gd name="connsiteY13" fmla="*/ 4502150 h 4502150"/>
              <a:gd name="connsiteX14" fmla="*/ 5892808 w 8521696"/>
              <a:gd name="connsiteY14" fmla="*/ 4502150 h 4502150"/>
              <a:gd name="connsiteX15" fmla="*/ 5881304 w 8521696"/>
              <a:gd name="connsiteY15" fmla="*/ 4499828 h 4502150"/>
              <a:gd name="connsiteX16" fmla="*/ 5869800 w 8521696"/>
              <a:gd name="connsiteY16" fmla="*/ 4502150 h 4502150"/>
              <a:gd name="connsiteX17" fmla="*/ 5518138 w 8521696"/>
              <a:gd name="connsiteY17" fmla="*/ 4502150 h 4502150"/>
              <a:gd name="connsiteX18" fmla="*/ 4550286 w 8521696"/>
              <a:gd name="connsiteY18" fmla="*/ 4502150 h 4502150"/>
              <a:gd name="connsiteX19" fmla="*/ 3355221 w 8521696"/>
              <a:gd name="connsiteY19" fmla="*/ 4502150 h 4502150"/>
              <a:gd name="connsiteX20" fmla="*/ 3003559 w 8521696"/>
              <a:gd name="connsiteY20" fmla="*/ 4502150 h 4502150"/>
              <a:gd name="connsiteX21" fmla="*/ 2628888 w 8521696"/>
              <a:gd name="connsiteY21" fmla="*/ 4502150 h 4502150"/>
              <a:gd name="connsiteX22" fmla="*/ 2035707 w 8521696"/>
              <a:gd name="connsiteY22" fmla="*/ 4502150 h 4502150"/>
              <a:gd name="connsiteX23" fmla="*/ 114309 w 8521696"/>
              <a:gd name="connsiteY23" fmla="*/ 4502150 h 4502150"/>
              <a:gd name="connsiteX24" fmla="*/ 0 w 8521696"/>
              <a:gd name="connsiteY24" fmla="*/ 4387841 h 4502150"/>
              <a:gd name="connsiteX25" fmla="*/ 0 w 8521696"/>
              <a:gd name="connsiteY25" fmla="*/ 114309 h 4502150"/>
              <a:gd name="connsiteX26" fmla="*/ 114309 w 8521696"/>
              <a:gd name="connsiteY26"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21696" h="4502150">
                <a:moveTo>
                  <a:pt x="114309" y="0"/>
                </a:moveTo>
                <a:lnTo>
                  <a:pt x="2035707" y="0"/>
                </a:lnTo>
                <a:lnTo>
                  <a:pt x="2628888" y="0"/>
                </a:lnTo>
                <a:lnTo>
                  <a:pt x="3003559" y="0"/>
                </a:lnTo>
                <a:lnTo>
                  <a:pt x="3355221" y="0"/>
                </a:lnTo>
                <a:lnTo>
                  <a:pt x="4550286" y="0"/>
                </a:lnTo>
                <a:lnTo>
                  <a:pt x="5518138" y="0"/>
                </a:lnTo>
                <a:lnTo>
                  <a:pt x="5869800" y="0"/>
                </a:lnTo>
                <a:lnTo>
                  <a:pt x="5881304" y="2323"/>
                </a:lnTo>
                <a:lnTo>
                  <a:pt x="5892808" y="0"/>
                </a:lnTo>
                <a:lnTo>
                  <a:pt x="8407387" y="0"/>
                </a:lnTo>
                <a:cubicBezTo>
                  <a:pt x="8470518" y="0"/>
                  <a:pt x="8521696" y="51178"/>
                  <a:pt x="8521696" y="114309"/>
                </a:cubicBezTo>
                <a:lnTo>
                  <a:pt x="8521696" y="4387841"/>
                </a:lnTo>
                <a:cubicBezTo>
                  <a:pt x="8521696" y="4450972"/>
                  <a:pt x="8470518" y="4502150"/>
                  <a:pt x="8407387" y="4502150"/>
                </a:cubicBezTo>
                <a:lnTo>
                  <a:pt x="5892808" y="4502150"/>
                </a:lnTo>
                <a:lnTo>
                  <a:pt x="5881304" y="4499828"/>
                </a:lnTo>
                <a:lnTo>
                  <a:pt x="5869800" y="4502150"/>
                </a:lnTo>
                <a:lnTo>
                  <a:pt x="5518138" y="4502150"/>
                </a:lnTo>
                <a:lnTo>
                  <a:pt x="4550286" y="4502150"/>
                </a:lnTo>
                <a:lnTo>
                  <a:pt x="3355221" y="4502150"/>
                </a:lnTo>
                <a:lnTo>
                  <a:pt x="3003559" y="4502150"/>
                </a:lnTo>
                <a:lnTo>
                  <a:pt x="2628888" y="4502150"/>
                </a:lnTo>
                <a:lnTo>
                  <a:pt x="2035707" y="4502150"/>
                </a:lnTo>
                <a:lnTo>
                  <a:pt x="114309" y="4502150"/>
                </a:lnTo>
                <a:cubicBezTo>
                  <a:pt x="51178" y="4502150"/>
                  <a:pt x="0" y="4450972"/>
                  <a:pt x="0" y="4387841"/>
                </a:cubicBezTo>
                <a:lnTo>
                  <a:pt x="0" y="114309"/>
                </a:lnTo>
                <a:cubicBezTo>
                  <a:pt x="0" y="51178"/>
                  <a:pt x="51178" y="0"/>
                  <a:pt x="114309" y="0"/>
                </a:cubicBezTo>
                <a:close/>
              </a:path>
            </a:pathLst>
          </a:custGeom>
        </p:spPr>
        <p:txBody>
          <a:bodyPr wrap="square">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23E02E5D-D374-415E-8CD9-A575564569E5}"/>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098E4F-09D5-4B38-A7E5-0C179C46936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87844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Quote with Image">
    <p:bg>
      <p:bgPr>
        <a:solidFill>
          <a:srgbClr val="11B67A"/>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91A8126-78BF-15C2-9CC7-E2FBE2E57CDE}"/>
              </a:ext>
            </a:extLst>
          </p:cNvPr>
          <p:cNvSpPr>
            <a:spLocks noGrp="1"/>
          </p:cNvSpPr>
          <p:nvPr>
            <p:ph type="pic" sz="quarter" idx="13"/>
          </p:nvPr>
        </p:nvSpPr>
        <p:spPr>
          <a:xfrm>
            <a:off x="0" y="0"/>
            <a:ext cx="6096000" cy="6858000"/>
          </a:xfrm>
          <a:solidFill>
            <a:schemeClr val="bg1"/>
          </a:solidFill>
        </p:spPr>
        <p:txBody>
          <a:bodyPr/>
          <a:lstStyle/>
          <a:p>
            <a:r>
              <a:rPr lang="en-GB"/>
              <a:t>Click icon to add picture</a:t>
            </a:r>
          </a:p>
        </p:txBody>
      </p:sp>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6645276" y="1774825"/>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E665900D-2933-1A3B-B4E5-B10607952514}"/>
              </a:ext>
            </a:extLst>
          </p:cNvPr>
          <p:cNvSpPr>
            <a:spLocks noGrp="1"/>
          </p:cNvSpPr>
          <p:nvPr>
            <p:ph type="body" sz="quarter" idx="15" hasCustomPrompt="1"/>
          </p:nvPr>
        </p:nvSpPr>
        <p:spPr>
          <a:xfrm>
            <a:off x="6645273" y="6135468"/>
            <a:ext cx="5148263"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lvl1pPr>
              <a:defRPr>
                <a:solidFill>
                  <a:schemeClr val="bg1"/>
                </a:solidFill>
              </a:defRPr>
            </a:lvl1pPr>
          </a:lstStyle>
          <a:p>
            <a:fld id="{7AF2EC71-44F6-4B77-B563-02DEC0B04E17}"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74338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Quote with Graphic">
    <p:bg>
      <p:bgPr>
        <a:solidFill>
          <a:schemeClr val="bg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CDC8C46-78EE-78B9-C1FD-850A29E6CC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24139" t="20420" r="37320" b="4519"/>
          <a:stretch/>
        </p:blipFill>
        <p:spPr>
          <a:xfrm flipH="1" flipV="1">
            <a:off x="6096000" y="0"/>
            <a:ext cx="6096000" cy="6857998"/>
          </a:xfrm>
          <a:prstGeom prst="rect">
            <a:avLst/>
          </a:prstGeom>
        </p:spPr>
      </p:pic>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489108" y="1502728"/>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5A7562EC-918E-EFF9-31DE-6468899B503B}"/>
              </a:ext>
            </a:extLst>
          </p:cNvPr>
          <p:cNvSpPr>
            <a:spLocks noGrp="1"/>
          </p:cNvSpPr>
          <p:nvPr>
            <p:ph type="body" sz="quarter" idx="15" hasCustomPrompt="1"/>
          </p:nvPr>
        </p:nvSpPr>
        <p:spPr>
          <a:xfrm>
            <a:off x="382586" y="6135468"/>
            <a:ext cx="5254785"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p>
            <a:fld id="{5C2E20A6-D279-487E-B6BA-8D3D5A5C6646}"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570142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Key Statem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59939A4-CBAD-3014-493A-DEA795D37320}"/>
              </a:ext>
            </a:extLst>
          </p:cNvPr>
          <p:cNvSpPr>
            <a:spLocks noGrp="1"/>
          </p:cNvSpPr>
          <p:nvPr>
            <p:ph type="pic" sz="quarter" idx="13"/>
          </p:nvPr>
        </p:nvSpPr>
        <p:spPr>
          <a:xfrm>
            <a:off x="0" y="0"/>
            <a:ext cx="12192000" cy="2672557"/>
          </a:xfrm>
        </p:spPr>
        <p:txBody>
          <a:bodyPr/>
          <a:lstStyle/>
          <a:p>
            <a:r>
              <a:rPr lang="en-GB"/>
              <a:t>Click icon to add picture</a:t>
            </a:r>
          </a:p>
        </p:txBody>
      </p:sp>
      <p:sp>
        <p:nvSpPr>
          <p:cNvPr id="16" name="Text Placeholder 15">
            <a:extLst>
              <a:ext uri="{FF2B5EF4-FFF2-40B4-BE49-F238E27FC236}">
                <a16:creationId xmlns:a16="http://schemas.microsoft.com/office/drawing/2014/main" id="{2D508739-B06E-08EF-E5F0-E4E96E4FD38A}"/>
              </a:ext>
            </a:extLst>
          </p:cNvPr>
          <p:cNvSpPr>
            <a:spLocks noGrp="1"/>
          </p:cNvSpPr>
          <p:nvPr>
            <p:ph type="body" sz="quarter" idx="14"/>
          </p:nvPr>
        </p:nvSpPr>
        <p:spPr>
          <a:xfrm>
            <a:off x="382588" y="3142527"/>
            <a:ext cx="11410950" cy="2950298"/>
          </a:xfrm>
        </p:spPr>
        <p:txBody>
          <a:bodyPr anchor="ctr"/>
          <a:lstStyle>
            <a:lvl1pPr algn="ctr">
              <a:lnSpc>
                <a:spcPct val="90000"/>
              </a:lnSpc>
              <a:spcAft>
                <a:spcPts val="600"/>
              </a:spcAft>
              <a:defRPr sz="5400">
                <a:solidFill>
                  <a:schemeClr val="tx1"/>
                </a:solidFill>
              </a:defRPr>
            </a:lvl1pPr>
            <a:lvl2pPr algn="ctr">
              <a:defRPr sz="2400">
                <a:solidFill>
                  <a:schemeClr val="tx1"/>
                </a:solidFill>
              </a:defRPr>
            </a:lvl2pPr>
            <a:lvl3pPr marL="0" indent="0">
              <a:buNone/>
              <a:defRPr/>
            </a:lvl3pPr>
          </a:lstStyle>
          <a:p>
            <a:pPr lvl="0"/>
            <a:r>
              <a:rPr lang="en-GB"/>
              <a:t>Click to edit Master text styles</a:t>
            </a:r>
          </a:p>
          <a:p>
            <a:pPr lvl="1"/>
            <a:r>
              <a:rPr lang="en-GB"/>
              <a:t>Second level</a:t>
            </a:r>
          </a:p>
        </p:txBody>
      </p:sp>
      <p:sp>
        <p:nvSpPr>
          <p:cNvPr id="6" name="Text Placeholder 9">
            <a:extLst>
              <a:ext uri="{FF2B5EF4-FFF2-40B4-BE49-F238E27FC236}">
                <a16:creationId xmlns:a16="http://schemas.microsoft.com/office/drawing/2014/main" id="{E71A8715-80D0-471B-3625-626F9594F6C9}"/>
              </a:ext>
            </a:extLst>
          </p:cNvPr>
          <p:cNvSpPr>
            <a:spLocks noGrp="1"/>
          </p:cNvSpPr>
          <p:nvPr>
            <p:ph type="body" sz="quarter" idx="15"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9862227F-189B-731B-D249-97731B04F81A}"/>
              </a:ext>
            </a:extLst>
          </p:cNvPr>
          <p:cNvSpPr>
            <a:spLocks noGrp="1"/>
          </p:cNvSpPr>
          <p:nvPr>
            <p:ph type="dt" sz="half" idx="12"/>
          </p:nvPr>
        </p:nvSpPr>
        <p:spPr/>
        <p:txBody>
          <a:bodyPr/>
          <a:lstStyle/>
          <a:p>
            <a:fld id="{F5DC3E29-FC20-4DEC-A8BD-FE3435ABEA57}" type="datetime3">
              <a:rPr lang="en-GB" smtClean="0"/>
              <a:t>3 August, 2026</a:t>
            </a:fld>
            <a:endParaRPr lang="en-GB"/>
          </a:p>
        </p:txBody>
      </p:sp>
      <p:sp>
        <p:nvSpPr>
          <p:cNvPr id="3" name="Footer Placeholder 2">
            <a:extLst>
              <a:ext uri="{FF2B5EF4-FFF2-40B4-BE49-F238E27FC236}">
                <a16:creationId xmlns:a16="http://schemas.microsoft.com/office/drawing/2014/main" id="{13E88FD4-F5DD-A610-093E-03694871DD5E}"/>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DDC8499C-4A44-CD9E-8887-D84ED74B6E4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97468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eam Slide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13" name="Picture Placeholder 37">
            <a:extLst>
              <a:ext uri="{FF2B5EF4-FFF2-40B4-BE49-F238E27FC236}">
                <a16:creationId xmlns:a16="http://schemas.microsoft.com/office/drawing/2014/main" id="{150D1E2A-826F-D064-34F1-0BCE767BAF69}"/>
              </a:ext>
            </a:extLst>
          </p:cNvPr>
          <p:cNvSpPr>
            <a:spLocks noGrp="1"/>
          </p:cNvSpPr>
          <p:nvPr>
            <p:ph type="pic" sz="quarter" idx="35"/>
          </p:nvPr>
        </p:nvSpPr>
        <p:spPr>
          <a:xfrm>
            <a:off x="382586"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2" name="Text Placeholder 21">
            <a:extLst>
              <a:ext uri="{FF2B5EF4-FFF2-40B4-BE49-F238E27FC236}">
                <a16:creationId xmlns:a16="http://schemas.microsoft.com/office/drawing/2014/main" id="{6A65733F-76D0-12BA-0735-F3BEB13050A9}"/>
              </a:ext>
            </a:extLst>
          </p:cNvPr>
          <p:cNvSpPr>
            <a:spLocks noGrp="1"/>
          </p:cNvSpPr>
          <p:nvPr>
            <p:ph type="body" sz="quarter" idx="40"/>
          </p:nvPr>
        </p:nvSpPr>
        <p:spPr>
          <a:xfrm>
            <a:off x="2453365"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32">
            <a:extLst>
              <a:ext uri="{FF2B5EF4-FFF2-40B4-BE49-F238E27FC236}">
                <a16:creationId xmlns:a16="http://schemas.microsoft.com/office/drawing/2014/main" id="{52808A5B-AD54-4EA5-6C44-777412FD7C5E}"/>
              </a:ext>
            </a:extLst>
          </p:cNvPr>
          <p:cNvSpPr>
            <a:spLocks noGrp="1"/>
          </p:cNvSpPr>
          <p:nvPr>
            <p:ph type="pic" sz="quarter" idx="32"/>
          </p:nvPr>
        </p:nvSpPr>
        <p:spPr>
          <a:xfrm>
            <a:off x="6180139"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4" name="Text Placeholder 23">
            <a:extLst>
              <a:ext uri="{FF2B5EF4-FFF2-40B4-BE49-F238E27FC236}">
                <a16:creationId xmlns:a16="http://schemas.microsoft.com/office/drawing/2014/main" id="{A9703B0E-7A0D-BEEF-B418-7E873031C632}"/>
              </a:ext>
            </a:extLst>
          </p:cNvPr>
          <p:cNvSpPr>
            <a:spLocks noGrp="1"/>
          </p:cNvSpPr>
          <p:nvPr>
            <p:ph type="body" sz="quarter" idx="42"/>
          </p:nvPr>
        </p:nvSpPr>
        <p:spPr>
          <a:xfrm>
            <a:off x="8237793"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41">
            <a:extLst>
              <a:ext uri="{FF2B5EF4-FFF2-40B4-BE49-F238E27FC236}">
                <a16:creationId xmlns:a16="http://schemas.microsoft.com/office/drawing/2014/main" id="{5F13C956-C13D-9712-7D6C-F3AE7F742D8E}"/>
              </a:ext>
            </a:extLst>
          </p:cNvPr>
          <p:cNvSpPr>
            <a:spLocks noGrp="1"/>
          </p:cNvSpPr>
          <p:nvPr>
            <p:ph type="pic" sz="quarter" idx="39"/>
          </p:nvPr>
        </p:nvSpPr>
        <p:spPr>
          <a:xfrm>
            <a:off x="382586"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3" name="Text Placeholder 22">
            <a:extLst>
              <a:ext uri="{FF2B5EF4-FFF2-40B4-BE49-F238E27FC236}">
                <a16:creationId xmlns:a16="http://schemas.microsoft.com/office/drawing/2014/main" id="{69CA158F-8B43-966B-6008-4D0D51BBE85B}"/>
              </a:ext>
            </a:extLst>
          </p:cNvPr>
          <p:cNvSpPr>
            <a:spLocks noGrp="1"/>
          </p:cNvSpPr>
          <p:nvPr>
            <p:ph type="body" sz="quarter" idx="41"/>
          </p:nvPr>
        </p:nvSpPr>
        <p:spPr>
          <a:xfrm>
            <a:off x="2453365"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Picture Placeholder 39">
            <a:extLst>
              <a:ext uri="{FF2B5EF4-FFF2-40B4-BE49-F238E27FC236}">
                <a16:creationId xmlns:a16="http://schemas.microsoft.com/office/drawing/2014/main" id="{594C5E70-2EB4-5177-332C-384ACAF9D1A8}"/>
              </a:ext>
            </a:extLst>
          </p:cNvPr>
          <p:cNvSpPr>
            <a:spLocks noGrp="1"/>
          </p:cNvSpPr>
          <p:nvPr>
            <p:ph type="pic" sz="quarter" idx="37"/>
          </p:nvPr>
        </p:nvSpPr>
        <p:spPr>
          <a:xfrm>
            <a:off x="6180139"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5" name="Text Placeholder 24">
            <a:extLst>
              <a:ext uri="{FF2B5EF4-FFF2-40B4-BE49-F238E27FC236}">
                <a16:creationId xmlns:a16="http://schemas.microsoft.com/office/drawing/2014/main" id="{7B113870-20C7-72CF-9D6C-AC28C03DDDB5}"/>
              </a:ext>
            </a:extLst>
          </p:cNvPr>
          <p:cNvSpPr>
            <a:spLocks noGrp="1"/>
          </p:cNvSpPr>
          <p:nvPr>
            <p:ph type="body" sz="quarter" idx="43"/>
          </p:nvPr>
        </p:nvSpPr>
        <p:spPr>
          <a:xfrm>
            <a:off x="8237793"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56F15F3-E97E-9CD7-6F64-4988071CA2C0}"/>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9509AC16-4597-4703-88D6-BCD7199FEFD1}"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0879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cSld name="Team Slide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56" name="Picture Placeholder 55">
            <a:extLst>
              <a:ext uri="{FF2B5EF4-FFF2-40B4-BE49-F238E27FC236}">
                <a16:creationId xmlns:a16="http://schemas.microsoft.com/office/drawing/2014/main" id="{91B1ED11-2A95-3D55-EFC0-6D97C85D9B1E}"/>
              </a:ext>
            </a:extLst>
          </p:cNvPr>
          <p:cNvSpPr>
            <a:spLocks noGrp="1"/>
          </p:cNvSpPr>
          <p:nvPr>
            <p:ph type="pic" sz="quarter" idx="38"/>
          </p:nvPr>
        </p:nvSpPr>
        <p:spPr>
          <a:xfrm>
            <a:off x="382587"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5" name="Text Placeholder 54">
            <a:extLst>
              <a:ext uri="{FF2B5EF4-FFF2-40B4-BE49-F238E27FC236}">
                <a16:creationId xmlns:a16="http://schemas.microsoft.com/office/drawing/2014/main" id="{86296103-08EC-2B03-A45C-8D3A42CF27AA}"/>
              </a:ext>
            </a:extLst>
          </p:cNvPr>
          <p:cNvSpPr>
            <a:spLocks noGrp="1"/>
          </p:cNvSpPr>
          <p:nvPr>
            <p:ph type="body" sz="quarter" idx="37"/>
          </p:nvPr>
        </p:nvSpPr>
        <p:spPr>
          <a:xfrm>
            <a:off x="1457235"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8" name="Picture Placeholder 57">
            <a:extLst>
              <a:ext uri="{FF2B5EF4-FFF2-40B4-BE49-F238E27FC236}">
                <a16:creationId xmlns:a16="http://schemas.microsoft.com/office/drawing/2014/main" id="{1BFDAE90-1CDB-6673-EB93-68B73DE497D0}"/>
              </a:ext>
            </a:extLst>
          </p:cNvPr>
          <p:cNvSpPr>
            <a:spLocks noGrp="1"/>
          </p:cNvSpPr>
          <p:nvPr>
            <p:ph type="pic" sz="quarter" idx="40"/>
          </p:nvPr>
        </p:nvSpPr>
        <p:spPr>
          <a:xfrm>
            <a:off x="382587"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7" name="Text Placeholder 56">
            <a:extLst>
              <a:ext uri="{FF2B5EF4-FFF2-40B4-BE49-F238E27FC236}">
                <a16:creationId xmlns:a16="http://schemas.microsoft.com/office/drawing/2014/main" id="{26270669-67C2-7248-76D6-1BAF2A7DA2D2}"/>
              </a:ext>
            </a:extLst>
          </p:cNvPr>
          <p:cNvSpPr>
            <a:spLocks noGrp="1"/>
          </p:cNvSpPr>
          <p:nvPr>
            <p:ph type="body" sz="quarter" idx="39"/>
          </p:nvPr>
        </p:nvSpPr>
        <p:spPr>
          <a:xfrm>
            <a:off x="1457235"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0" name="Picture Placeholder 59">
            <a:extLst>
              <a:ext uri="{FF2B5EF4-FFF2-40B4-BE49-F238E27FC236}">
                <a16:creationId xmlns:a16="http://schemas.microsoft.com/office/drawing/2014/main" id="{BDEF1D29-B071-3415-DFB5-6351A9A49AF6}"/>
              </a:ext>
            </a:extLst>
          </p:cNvPr>
          <p:cNvSpPr>
            <a:spLocks noGrp="1"/>
          </p:cNvSpPr>
          <p:nvPr>
            <p:ph type="pic" sz="quarter" idx="42"/>
          </p:nvPr>
        </p:nvSpPr>
        <p:spPr>
          <a:xfrm>
            <a:off x="382587"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9" name="Text Placeholder 58">
            <a:extLst>
              <a:ext uri="{FF2B5EF4-FFF2-40B4-BE49-F238E27FC236}">
                <a16:creationId xmlns:a16="http://schemas.microsoft.com/office/drawing/2014/main" id="{6EA691B7-1A79-FD93-391C-0F95CEEB0CD5}"/>
              </a:ext>
            </a:extLst>
          </p:cNvPr>
          <p:cNvSpPr>
            <a:spLocks noGrp="1"/>
          </p:cNvSpPr>
          <p:nvPr>
            <p:ph type="body" sz="quarter" idx="41"/>
          </p:nvPr>
        </p:nvSpPr>
        <p:spPr>
          <a:xfrm>
            <a:off x="1457235"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2" name="Picture Placeholder 61">
            <a:extLst>
              <a:ext uri="{FF2B5EF4-FFF2-40B4-BE49-F238E27FC236}">
                <a16:creationId xmlns:a16="http://schemas.microsoft.com/office/drawing/2014/main" id="{524C129E-9D07-6ACC-1C85-41560C09CBC8}"/>
              </a:ext>
            </a:extLst>
          </p:cNvPr>
          <p:cNvSpPr>
            <a:spLocks noGrp="1"/>
          </p:cNvSpPr>
          <p:nvPr>
            <p:ph type="pic" sz="quarter" idx="44"/>
          </p:nvPr>
        </p:nvSpPr>
        <p:spPr>
          <a:xfrm>
            <a:off x="382587"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61" name="Text Placeholder 60">
            <a:extLst>
              <a:ext uri="{FF2B5EF4-FFF2-40B4-BE49-F238E27FC236}">
                <a16:creationId xmlns:a16="http://schemas.microsoft.com/office/drawing/2014/main" id="{CE607E41-61FB-3899-9D87-D967BCBB4862}"/>
              </a:ext>
            </a:extLst>
          </p:cNvPr>
          <p:cNvSpPr>
            <a:spLocks noGrp="1"/>
          </p:cNvSpPr>
          <p:nvPr>
            <p:ph type="body" sz="quarter" idx="43"/>
          </p:nvPr>
        </p:nvSpPr>
        <p:spPr>
          <a:xfrm>
            <a:off x="1457235"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47" name="Picture Placeholder 46">
            <a:extLst>
              <a:ext uri="{FF2B5EF4-FFF2-40B4-BE49-F238E27FC236}">
                <a16:creationId xmlns:a16="http://schemas.microsoft.com/office/drawing/2014/main" id="{956EEDF0-AF11-A458-A038-2EC53BC87C00}"/>
              </a:ext>
            </a:extLst>
          </p:cNvPr>
          <p:cNvSpPr>
            <a:spLocks noGrp="1"/>
          </p:cNvSpPr>
          <p:nvPr>
            <p:ph type="pic" sz="quarter" idx="30"/>
          </p:nvPr>
        </p:nvSpPr>
        <p:spPr>
          <a:xfrm>
            <a:off x="6167015"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8" name="Text Placeholder 47">
            <a:extLst>
              <a:ext uri="{FF2B5EF4-FFF2-40B4-BE49-F238E27FC236}">
                <a16:creationId xmlns:a16="http://schemas.microsoft.com/office/drawing/2014/main" id="{3F9EE951-49E8-B7AD-2AF9-BAABB3A4083A}"/>
              </a:ext>
            </a:extLst>
          </p:cNvPr>
          <p:cNvSpPr>
            <a:spLocks noGrp="1"/>
          </p:cNvSpPr>
          <p:nvPr>
            <p:ph type="body" sz="quarter" idx="24"/>
          </p:nvPr>
        </p:nvSpPr>
        <p:spPr>
          <a:xfrm>
            <a:off x="7241663"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0" name="Picture Placeholder 49">
            <a:extLst>
              <a:ext uri="{FF2B5EF4-FFF2-40B4-BE49-F238E27FC236}">
                <a16:creationId xmlns:a16="http://schemas.microsoft.com/office/drawing/2014/main" id="{C045B94B-9366-FDCB-DE9D-F25EA04C56AE}"/>
              </a:ext>
            </a:extLst>
          </p:cNvPr>
          <p:cNvSpPr>
            <a:spLocks noGrp="1"/>
          </p:cNvSpPr>
          <p:nvPr>
            <p:ph type="pic" sz="quarter" idx="32"/>
          </p:nvPr>
        </p:nvSpPr>
        <p:spPr>
          <a:xfrm>
            <a:off x="6167015"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9" name="Text Placeholder 48">
            <a:extLst>
              <a:ext uri="{FF2B5EF4-FFF2-40B4-BE49-F238E27FC236}">
                <a16:creationId xmlns:a16="http://schemas.microsoft.com/office/drawing/2014/main" id="{2CF3FC91-74AD-51D6-1291-AA9E7C14EE22}"/>
              </a:ext>
            </a:extLst>
          </p:cNvPr>
          <p:cNvSpPr>
            <a:spLocks noGrp="1"/>
          </p:cNvSpPr>
          <p:nvPr>
            <p:ph type="body" sz="quarter" idx="31"/>
          </p:nvPr>
        </p:nvSpPr>
        <p:spPr>
          <a:xfrm>
            <a:off x="7241663"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2" name="Picture Placeholder 51">
            <a:extLst>
              <a:ext uri="{FF2B5EF4-FFF2-40B4-BE49-F238E27FC236}">
                <a16:creationId xmlns:a16="http://schemas.microsoft.com/office/drawing/2014/main" id="{57702AE0-4A0E-2D1F-BE6C-555C11DF209C}"/>
              </a:ext>
            </a:extLst>
          </p:cNvPr>
          <p:cNvSpPr>
            <a:spLocks noGrp="1"/>
          </p:cNvSpPr>
          <p:nvPr>
            <p:ph type="pic" sz="quarter" idx="34"/>
          </p:nvPr>
        </p:nvSpPr>
        <p:spPr>
          <a:xfrm>
            <a:off x="6167015"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1" name="Text Placeholder 50">
            <a:extLst>
              <a:ext uri="{FF2B5EF4-FFF2-40B4-BE49-F238E27FC236}">
                <a16:creationId xmlns:a16="http://schemas.microsoft.com/office/drawing/2014/main" id="{95AE16F2-952F-47E8-C173-5B61A4EAF0C0}"/>
              </a:ext>
            </a:extLst>
          </p:cNvPr>
          <p:cNvSpPr>
            <a:spLocks noGrp="1"/>
          </p:cNvSpPr>
          <p:nvPr>
            <p:ph type="body" sz="quarter" idx="33"/>
          </p:nvPr>
        </p:nvSpPr>
        <p:spPr>
          <a:xfrm>
            <a:off x="7241663"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4" name="Picture Placeholder 53">
            <a:extLst>
              <a:ext uri="{FF2B5EF4-FFF2-40B4-BE49-F238E27FC236}">
                <a16:creationId xmlns:a16="http://schemas.microsoft.com/office/drawing/2014/main" id="{A396376E-618F-722D-A43E-31E50A883CDE}"/>
              </a:ext>
            </a:extLst>
          </p:cNvPr>
          <p:cNvSpPr>
            <a:spLocks noGrp="1"/>
          </p:cNvSpPr>
          <p:nvPr>
            <p:ph type="pic" sz="quarter" idx="36"/>
          </p:nvPr>
        </p:nvSpPr>
        <p:spPr>
          <a:xfrm>
            <a:off x="6167015"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3" name="Text Placeholder 52">
            <a:extLst>
              <a:ext uri="{FF2B5EF4-FFF2-40B4-BE49-F238E27FC236}">
                <a16:creationId xmlns:a16="http://schemas.microsoft.com/office/drawing/2014/main" id="{6F49C1D9-7ABD-B9AE-493C-D91B1332D692}"/>
              </a:ext>
            </a:extLst>
          </p:cNvPr>
          <p:cNvSpPr>
            <a:spLocks noGrp="1"/>
          </p:cNvSpPr>
          <p:nvPr>
            <p:ph type="body" sz="quarter" idx="35"/>
          </p:nvPr>
        </p:nvSpPr>
        <p:spPr>
          <a:xfrm>
            <a:off x="7241663"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9" name="Text Placeholder 9">
            <a:extLst>
              <a:ext uri="{FF2B5EF4-FFF2-40B4-BE49-F238E27FC236}">
                <a16:creationId xmlns:a16="http://schemas.microsoft.com/office/drawing/2014/main" id="{5654F61A-40DC-0ECF-01B6-937B465AAE03}"/>
              </a:ext>
            </a:extLst>
          </p:cNvPr>
          <p:cNvSpPr>
            <a:spLocks noGrp="1"/>
          </p:cNvSpPr>
          <p:nvPr>
            <p:ph type="body" sz="quarter" idx="29"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79B5AF2C-FDA2-4FE0-AB6E-5F602152AB6B}"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7FFF1771-8FDE-3CA6-1AA5-B9FDAE2FD89F}"/>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colours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530576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58C5546-A39E-4455-2571-16F2A048D7E4}"/>
              </a:ext>
            </a:extLst>
          </p:cNvPr>
          <p:cNvSpPr>
            <a:spLocks noGrp="1"/>
          </p:cNvSpPr>
          <p:nvPr>
            <p:ph type="title"/>
          </p:nvPr>
        </p:nvSpPr>
        <p:spPr/>
        <p:txBody>
          <a:bodyPr vert="horz"/>
          <a:lstStyle/>
          <a:p>
            <a:r>
              <a:rPr lang="en-GB"/>
              <a:t>Click to edit Master title style</a:t>
            </a:r>
          </a:p>
        </p:txBody>
      </p:sp>
      <p:sp>
        <p:nvSpPr>
          <p:cNvPr id="2" name="Text Placeholder 9">
            <a:extLst>
              <a:ext uri="{FF2B5EF4-FFF2-40B4-BE49-F238E27FC236}">
                <a16:creationId xmlns:a16="http://schemas.microsoft.com/office/drawing/2014/main" id="{1FF9F1A9-55B6-0E82-104A-5B94805416EE}"/>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9249EE7A-E6BC-4FBE-8E14-1F37D5EBA44D}"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71351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AED2CF2-CD99-C1DB-2A62-8446381EA2DF}"/>
              </a:ext>
            </a:extLst>
          </p:cNvPr>
          <p:cNvSpPr>
            <a:spLocks noGrp="1"/>
          </p:cNvSpPr>
          <p:nvPr>
            <p:ph type="dt" sz="half" idx="12"/>
          </p:nvPr>
        </p:nvSpPr>
        <p:spPr/>
        <p:txBody>
          <a:bodyPr/>
          <a:lstStyle/>
          <a:p>
            <a:fld id="{FDC861E3-BD6E-4D0A-8AE3-00F2F1CB5275}" type="datetime3">
              <a:rPr lang="en-GB" smtClean="0"/>
              <a:t>3 August, 2026</a:t>
            </a:fld>
            <a:endParaRPr lang="en-GB"/>
          </a:p>
        </p:txBody>
      </p:sp>
      <p:sp>
        <p:nvSpPr>
          <p:cNvPr id="3" name="Footer Placeholder 2">
            <a:extLst>
              <a:ext uri="{FF2B5EF4-FFF2-40B4-BE49-F238E27FC236}">
                <a16:creationId xmlns:a16="http://schemas.microsoft.com/office/drawing/2014/main" id="{FD2A3DC0-23A8-A34B-CD6D-B5D3224767F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3BA19DE-A067-6F27-A722-CF9B56934DC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425145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2868019" y="1324273"/>
            <a:ext cx="6455935" cy="1598194"/>
          </a:xfrm>
          <a:prstGeom prst="rect">
            <a:avLst/>
          </a:prstGeom>
          <a:noFill/>
        </p:spPr>
        <p:txBody>
          <a:bodyPr wrap="none" lIns="0" tIns="0" rIns="0" bIns="0" rtlCol="0" anchor="b">
            <a:spAutoFit/>
          </a:bodyPr>
          <a:lstStyle/>
          <a:p>
            <a:pPr marL="0" marR="0" indent="0" algn="ctr" defTabSz="914413"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110292" y="2963458"/>
            <a:ext cx="7971413" cy="1477328"/>
          </a:xfrm>
          <a:prstGeom prst="rect">
            <a:avLst/>
          </a:prstGeom>
          <a:noFill/>
        </p:spPr>
        <p:txBody>
          <a:bodyPr wrap="none" lIns="0" tIns="0" rIns="0" bIns="0" rtlCol="0">
            <a:spAutoFit/>
          </a:bodyPr>
          <a:lstStyle/>
          <a:p>
            <a:pPr marL="0" marR="0" indent="0" algn="ctr" defTabSz="914413"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515717" y="5172704"/>
            <a:ext cx="7160615" cy="276999"/>
          </a:xfrm>
          <a:prstGeom prst="rect">
            <a:avLst/>
          </a:prstGeom>
          <a:noFill/>
        </p:spPr>
        <p:txBody>
          <a:bodyPr wrap="none" lIns="0" tIns="0" rIns="0" bIns="0" rtlCol="0">
            <a:spAutoFit/>
          </a:bodyPr>
          <a:lstStyle/>
          <a:p>
            <a:pPr marL="0" marR="0" indent="0" algn="ctr" defTabSz="914413"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11852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F144-A0C3-D5DC-6B11-A1909AEE399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31088E-74F0-C961-D4EA-E6759180AC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4BC55C8-8D36-80BE-6046-59B54587AF7C}"/>
              </a:ext>
            </a:extLst>
          </p:cNvPr>
          <p:cNvSpPr>
            <a:spLocks noGrp="1"/>
          </p:cNvSpPr>
          <p:nvPr>
            <p:ph type="dt" sz="half" idx="10"/>
          </p:nvPr>
        </p:nvSpPr>
        <p:spPr/>
        <p:txBody>
          <a:bodyPr/>
          <a:lstStyle/>
          <a:p>
            <a:fld id="{A9CA12C2-D968-234F-BC1B-22CF4A40EACB}" type="datetimeFigureOut">
              <a:rPr lang="en-GB" smtClean="0"/>
              <a:t>03/08/2026</a:t>
            </a:fld>
            <a:endParaRPr lang="en-GB"/>
          </a:p>
        </p:txBody>
      </p:sp>
      <p:sp>
        <p:nvSpPr>
          <p:cNvPr id="5" name="Footer Placeholder 4">
            <a:extLst>
              <a:ext uri="{FF2B5EF4-FFF2-40B4-BE49-F238E27FC236}">
                <a16:creationId xmlns:a16="http://schemas.microsoft.com/office/drawing/2014/main" id="{AC74ACA1-CAB2-8C79-03D9-871407DEAF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2DCC03-B56A-1228-0DA2-4DEEBB31E9D3}"/>
              </a:ext>
            </a:extLst>
          </p:cNvPr>
          <p:cNvSpPr>
            <a:spLocks noGrp="1"/>
          </p:cNvSpPr>
          <p:nvPr>
            <p:ph type="sldNum" sz="quarter" idx="12"/>
          </p:nvPr>
        </p:nvSpPr>
        <p:spPr/>
        <p:txBody>
          <a:bodyPr/>
          <a:lstStyle/>
          <a:p>
            <a:fld id="{EC8A7719-D7EB-9C40-B9E0-664B0779107E}" type="slidenum">
              <a:rPr lang="en-GB" smtClean="0"/>
              <a:t>‹#›</a:t>
            </a:fld>
            <a:endParaRPr lang="en-GB"/>
          </a:p>
        </p:txBody>
      </p:sp>
    </p:spTree>
    <p:extLst>
      <p:ext uri="{BB962C8B-B14F-4D97-AF65-F5344CB8AC3E}">
        <p14:creationId xmlns:p14="http://schemas.microsoft.com/office/powerpoint/2010/main" val="133706232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3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84363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3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12185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4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40"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BE48D399-D95F-4349-9110-B99D3B3A4E41}"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4" name="Rectangle 13">
            <a:extLst>
              <a:ext uri="{FF2B5EF4-FFF2-40B4-BE49-F238E27FC236}">
                <a16:creationId xmlns:a16="http://schemas.microsoft.com/office/drawing/2014/main" id="{B50AD456-47FC-44F8-860E-88A9E5EDE2A8}"/>
              </a:ext>
            </a:extLst>
          </p:cNvPr>
          <p:cNvSpPr/>
          <p:nvPr userDrawn="1"/>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panel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57169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3_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9">
            <a:extLst>
              <a:ext uri="{FF2B5EF4-FFF2-40B4-BE49-F238E27FC236}">
                <a16:creationId xmlns:a16="http://schemas.microsoft.com/office/drawing/2014/main" id="{F2B3CD09-C8FF-8026-C233-2B7F637CD96D}"/>
              </a:ext>
            </a:extLst>
          </p:cNvPr>
          <p:cNvSpPr>
            <a:spLocks noGrp="1"/>
          </p:cNvSpPr>
          <p:nvPr>
            <p:ph type="body" sz="quarter" idx="21"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A7728EC-6869-BF41-19DA-8BE69F479A12}"/>
              </a:ext>
            </a:extLst>
          </p:cNvPr>
          <p:cNvSpPr>
            <a:spLocks noGrp="1"/>
          </p:cNvSpPr>
          <p:nvPr>
            <p:ph type="dt" sz="half" idx="12"/>
          </p:nvPr>
        </p:nvSpPr>
        <p:spPr/>
        <p:txBody>
          <a:bodyPr/>
          <a:lstStyle/>
          <a:p>
            <a:fld id="{17A00E87-D74F-4393-AEAA-24EF260EC224}" type="datetime3">
              <a:rPr lang="en-GB" smtClean="0"/>
              <a:t>3 August, 2026</a:t>
            </a:fld>
            <a:endParaRPr lang="en-GB"/>
          </a:p>
        </p:txBody>
      </p:sp>
      <p:sp>
        <p:nvSpPr>
          <p:cNvPr id="3" name="Footer Placeholder 2">
            <a:extLst>
              <a:ext uri="{FF2B5EF4-FFF2-40B4-BE49-F238E27FC236}">
                <a16:creationId xmlns:a16="http://schemas.microsoft.com/office/drawing/2014/main" id="{E0231CFE-F5B9-1AAB-AA10-5CBB4F72D837}"/>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7" name="Rectangle 6">
            <a:extLst>
              <a:ext uri="{FF2B5EF4-FFF2-40B4-BE49-F238E27FC236}">
                <a16:creationId xmlns:a16="http://schemas.microsoft.com/office/drawing/2014/main" id="{969D2227-F556-6350-06C6-2CCE23109977}"/>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301967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7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Tree>
    <p:extLst>
      <p:ext uri="{BB962C8B-B14F-4D97-AF65-F5344CB8AC3E}">
        <p14:creationId xmlns:p14="http://schemas.microsoft.com/office/powerpoint/2010/main" val="121307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2_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1"/>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80"/>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14968BD0-970F-4068-9F7C-5324270A0D6B}"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02493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3_Title Slide (Expressive Cancara 04)">
    <p:bg>
      <p:bgPr>
        <a:solidFill>
          <a:srgbClr val="6CF479"/>
        </a:solidFill>
        <a:effectLst/>
      </p:bgPr>
    </p:bg>
    <p:spTree>
      <p:nvGrpSpPr>
        <p:cNvPr id="1" name=""/>
        <p:cNvGrpSpPr/>
        <p:nvPr/>
      </p:nvGrpSpPr>
      <p:grpSpPr>
        <a:xfrm>
          <a:off x="0" y="0"/>
          <a:ext cx="0" cy="0"/>
          <a:chOff x="0" y="0"/>
          <a:chExt cx="0" cy="0"/>
        </a:xfrm>
      </p:grpSpPr>
      <p:grpSp>
        <p:nvGrpSpPr>
          <p:cNvPr id="2" name="Group 1" descr="Extreme close up of Lloyds Banking Group logo">
            <a:extLst>
              <a:ext uri="{FF2B5EF4-FFF2-40B4-BE49-F238E27FC236}">
                <a16:creationId xmlns:a16="http://schemas.microsoft.com/office/drawing/2014/main" id="{0F632455-D4BE-0570-63FA-13096379C804}"/>
              </a:ext>
            </a:extLst>
          </p:cNvPr>
          <p:cNvGrpSpPr/>
          <p:nvPr userDrawn="1"/>
        </p:nvGrpSpPr>
        <p:grpSpPr>
          <a:xfrm>
            <a:off x="0" y="390526"/>
            <a:ext cx="7513320" cy="6467475"/>
            <a:chOff x="0" y="390525"/>
            <a:chExt cx="7513320" cy="6467475"/>
          </a:xfrm>
        </p:grpSpPr>
        <p:sp>
          <p:nvSpPr>
            <p:cNvPr id="20" name="Freeform: Shape 19">
              <a:extLst>
                <a:ext uri="{FF2B5EF4-FFF2-40B4-BE49-F238E27FC236}">
                  <a16:creationId xmlns:a16="http://schemas.microsoft.com/office/drawing/2014/main" id="{A2634314-D52B-F3FB-3A41-6BAC6AFCF95C}"/>
                </a:ext>
              </a:extLst>
            </p:cNvPr>
            <p:cNvSpPr/>
            <p:nvPr/>
          </p:nvSpPr>
          <p:spPr>
            <a:xfrm>
              <a:off x="0" y="390525"/>
              <a:ext cx="7513320" cy="6467475"/>
            </a:xfrm>
            <a:custGeom>
              <a:avLst/>
              <a:gdLst>
                <a:gd name="connsiteX0" fmla="*/ 3356207 w 7513320"/>
                <a:gd name="connsiteY0" fmla="*/ 0 h 6467475"/>
                <a:gd name="connsiteX1" fmla="*/ 3500550 w 7513320"/>
                <a:gd name="connsiteY1" fmla="*/ 308878 h 6467475"/>
                <a:gd name="connsiteX2" fmla="*/ 3503411 w 7513320"/>
                <a:gd name="connsiteY2" fmla="*/ 308878 h 6467475"/>
                <a:gd name="connsiteX3" fmla="*/ 3630449 w 7513320"/>
                <a:gd name="connsiteY3" fmla="*/ 51960 h 6467475"/>
                <a:gd name="connsiteX4" fmla="*/ 3722804 w 7513320"/>
                <a:gd name="connsiteY4" fmla="*/ 427239 h 6467475"/>
                <a:gd name="connsiteX5" fmla="*/ 3702639 w 7513320"/>
                <a:gd name="connsiteY5" fmla="*/ 508078 h 6467475"/>
                <a:gd name="connsiteX6" fmla="*/ 4005735 w 7513320"/>
                <a:gd name="connsiteY6" fmla="*/ 909355 h 6467475"/>
                <a:gd name="connsiteX7" fmla="*/ 3976881 w 7513320"/>
                <a:gd name="connsiteY7" fmla="*/ 1033497 h 6467475"/>
                <a:gd name="connsiteX8" fmla="*/ 4669710 w 7513320"/>
                <a:gd name="connsiteY8" fmla="*/ 1908211 h 6467475"/>
                <a:gd name="connsiteX9" fmla="*/ 4727453 w 7513320"/>
                <a:gd name="connsiteY9" fmla="*/ 2069870 h 6467475"/>
                <a:gd name="connsiteX10" fmla="*/ 4340619 w 7513320"/>
                <a:gd name="connsiteY10" fmla="*/ 2445168 h 6467475"/>
                <a:gd name="connsiteX11" fmla="*/ 4023076 w 7513320"/>
                <a:gd name="connsiteY11" fmla="*/ 2263290 h 6467475"/>
                <a:gd name="connsiteX12" fmla="*/ 3419708 w 7513320"/>
                <a:gd name="connsiteY12" fmla="*/ 1968830 h 6467475"/>
                <a:gd name="connsiteX13" fmla="*/ 3344658 w 7513320"/>
                <a:gd name="connsiteY13" fmla="*/ 2228650 h 6467475"/>
                <a:gd name="connsiteX14" fmla="*/ 4510957 w 7513320"/>
                <a:gd name="connsiteY14" fmla="*/ 3778864 h 6467475"/>
                <a:gd name="connsiteX15" fmla="*/ 5440518 w 7513320"/>
                <a:gd name="connsiteY15" fmla="*/ 3470003 h 6467475"/>
                <a:gd name="connsiteX16" fmla="*/ 7239040 w 7513320"/>
                <a:gd name="connsiteY16" fmla="*/ 5000039 h 6467475"/>
                <a:gd name="connsiteX17" fmla="*/ 7513320 w 7513320"/>
                <a:gd name="connsiteY17" fmla="*/ 5349328 h 6467475"/>
                <a:gd name="connsiteX18" fmla="*/ 6681904 w 7513320"/>
                <a:gd name="connsiteY18" fmla="*/ 5349328 h 6467475"/>
                <a:gd name="connsiteX19" fmla="*/ 6681904 w 7513320"/>
                <a:gd name="connsiteY19" fmla="*/ 5106838 h 6467475"/>
                <a:gd name="connsiteX20" fmla="*/ 6453821 w 7513320"/>
                <a:gd name="connsiteY20" fmla="*/ 5043337 h 6467475"/>
                <a:gd name="connsiteX21" fmla="*/ 5377018 w 7513320"/>
                <a:gd name="connsiteY21" fmla="*/ 4119538 h 6467475"/>
                <a:gd name="connsiteX22" fmla="*/ 4565805 w 7513320"/>
                <a:gd name="connsiteY22" fmla="*/ 4806603 h 6467475"/>
                <a:gd name="connsiteX23" fmla="*/ 5913954 w 7513320"/>
                <a:gd name="connsiteY23" fmla="*/ 4893203 h 6467475"/>
                <a:gd name="connsiteX24" fmla="*/ 5730344 w 7513320"/>
                <a:gd name="connsiteY24" fmla="*/ 6467475 h 6467475"/>
                <a:gd name="connsiteX25" fmla="*/ 5262683 w 7513320"/>
                <a:gd name="connsiteY25" fmla="*/ 6467475 h 6467475"/>
                <a:gd name="connsiteX26" fmla="*/ 5304313 w 7513320"/>
                <a:gd name="connsiteY26" fmla="*/ 6349352 h 6467475"/>
                <a:gd name="connsiteX27" fmla="*/ 5466514 w 7513320"/>
                <a:gd name="connsiteY27" fmla="*/ 5441718 h 6467475"/>
                <a:gd name="connsiteX28" fmla="*/ 5443416 w 7513320"/>
                <a:gd name="connsiteY28" fmla="*/ 5303168 h 6467475"/>
                <a:gd name="connsiteX29" fmla="*/ 5290420 w 7513320"/>
                <a:gd name="connsiteY29" fmla="*/ 5320474 h 6467475"/>
                <a:gd name="connsiteX30" fmla="*/ 4496511 w 7513320"/>
                <a:gd name="connsiteY30" fmla="*/ 5782355 h 6467475"/>
                <a:gd name="connsiteX31" fmla="*/ 3575601 w 7513320"/>
                <a:gd name="connsiteY31" fmla="*/ 6111479 h 6467475"/>
                <a:gd name="connsiteX32" fmla="*/ 3120545 w 7513320"/>
                <a:gd name="connsiteY32" fmla="*/ 6439592 h 6467475"/>
                <a:gd name="connsiteX33" fmla="*/ 3058479 w 7513320"/>
                <a:gd name="connsiteY33" fmla="*/ 6467475 h 6467475"/>
                <a:gd name="connsiteX34" fmla="*/ 0 w 7513320"/>
                <a:gd name="connsiteY34" fmla="*/ 6467475 h 6467475"/>
                <a:gd name="connsiteX35" fmla="*/ 0 w 7513320"/>
                <a:gd name="connsiteY35" fmla="*/ 4754244 h 6467475"/>
                <a:gd name="connsiteX36" fmla="*/ 85493 w 7513320"/>
                <a:gd name="connsiteY36" fmla="*/ 4746935 h 6467475"/>
                <a:gd name="connsiteX37" fmla="*/ 1548996 w 7513320"/>
                <a:gd name="connsiteY37" fmla="*/ 4546809 h 6467475"/>
                <a:gd name="connsiteX38" fmla="*/ 2019570 w 7513320"/>
                <a:gd name="connsiteY38" fmla="*/ 4021390 h 6467475"/>
                <a:gd name="connsiteX39" fmla="*/ 1872331 w 7513320"/>
                <a:gd name="connsiteY39" fmla="*/ 3851053 h 6467475"/>
                <a:gd name="connsiteX40" fmla="*/ 1725091 w 7513320"/>
                <a:gd name="connsiteY40" fmla="*/ 3966542 h 6467475"/>
                <a:gd name="connsiteX41" fmla="*/ 1577887 w 7513320"/>
                <a:gd name="connsiteY41" fmla="*/ 3660519 h 6467475"/>
                <a:gd name="connsiteX42" fmla="*/ 1693340 w 7513320"/>
                <a:gd name="connsiteY42" fmla="*/ 3322762 h 6467475"/>
                <a:gd name="connsiteX43" fmla="*/ 1335358 w 7513320"/>
                <a:gd name="connsiteY43" fmla="*/ 3285243 h 6467475"/>
                <a:gd name="connsiteX44" fmla="*/ 1667382 w 7513320"/>
                <a:gd name="connsiteY44" fmla="*/ 2511568 h 6467475"/>
                <a:gd name="connsiteX45" fmla="*/ 1667382 w 7513320"/>
                <a:gd name="connsiteY45" fmla="*/ 2508664 h 6467475"/>
                <a:gd name="connsiteX46" fmla="*/ 1141959 w 7513320"/>
                <a:gd name="connsiteY46" fmla="*/ 1836028 h 6467475"/>
                <a:gd name="connsiteX47" fmla="*/ 1283406 w 7513320"/>
                <a:gd name="connsiteY47" fmla="*/ 1896648 h 6467475"/>
                <a:gd name="connsiteX48" fmla="*/ 1404653 w 7513320"/>
                <a:gd name="connsiteY48" fmla="*/ 1749431 h 6467475"/>
                <a:gd name="connsiteX49" fmla="*/ 1121760 w 7513320"/>
                <a:gd name="connsiteY49" fmla="*/ 1353932 h 6467475"/>
                <a:gd name="connsiteX50" fmla="*/ 1869470 w 7513320"/>
                <a:gd name="connsiteY50" fmla="*/ 1111435 h 6467475"/>
                <a:gd name="connsiteX51" fmla="*/ 1872331 w 7513320"/>
                <a:gd name="connsiteY51" fmla="*/ 1108553 h 6467475"/>
                <a:gd name="connsiteX52" fmla="*/ 1880983 w 7513320"/>
                <a:gd name="connsiteY52" fmla="*/ 539835 h 6467475"/>
                <a:gd name="connsiteX53" fmla="*/ 2129267 w 7513320"/>
                <a:gd name="connsiteY53" fmla="*/ 661076 h 6467475"/>
                <a:gd name="connsiteX54" fmla="*/ 2816339 w 7513320"/>
                <a:gd name="connsiteY54" fmla="*/ 202080 h 6467475"/>
                <a:gd name="connsiteX55" fmla="*/ 2995330 w 7513320"/>
                <a:gd name="connsiteY55" fmla="*/ 513856 h 6467475"/>
                <a:gd name="connsiteX56" fmla="*/ 3356207 w 7513320"/>
                <a:gd name="connsiteY56" fmla="*/ 0 h 646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513320" h="6467475">
                  <a:moveTo>
                    <a:pt x="3356207" y="0"/>
                  </a:moveTo>
                  <a:cubicBezTo>
                    <a:pt x="3448599" y="51960"/>
                    <a:pt x="3514996" y="141439"/>
                    <a:pt x="3500550" y="308878"/>
                  </a:cubicBezTo>
                  <a:lnTo>
                    <a:pt x="3503411" y="308878"/>
                  </a:lnTo>
                  <a:lnTo>
                    <a:pt x="3630449" y="51960"/>
                  </a:lnTo>
                  <a:cubicBezTo>
                    <a:pt x="3737250" y="141439"/>
                    <a:pt x="3757450" y="291557"/>
                    <a:pt x="3722804" y="427239"/>
                  </a:cubicBezTo>
                  <a:cubicBezTo>
                    <a:pt x="3714151" y="461878"/>
                    <a:pt x="3702639" y="487877"/>
                    <a:pt x="3702639" y="508078"/>
                  </a:cubicBezTo>
                  <a:cubicBezTo>
                    <a:pt x="3702639" y="609117"/>
                    <a:pt x="4005735" y="684177"/>
                    <a:pt x="4005735" y="909355"/>
                  </a:cubicBezTo>
                  <a:cubicBezTo>
                    <a:pt x="4005735" y="946876"/>
                    <a:pt x="3994187" y="987293"/>
                    <a:pt x="3976881" y="1033497"/>
                  </a:cubicBezTo>
                  <a:lnTo>
                    <a:pt x="4669710" y="1908211"/>
                  </a:lnTo>
                  <a:cubicBezTo>
                    <a:pt x="4713009" y="1963049"/>
                    <a:pt x="4727453" y="2020789"/>
                    <a:pt x="4727453" y="2069870"/>
                  </a:cubicBezTo>
                  <a:cubicBezTo>
                    <a:pt x="4727453" y="2251749"/>
                    <a:pt x="4568701" y="2445168"/>
                    <a:pt x="4340619" y="2445168"/>
                  </a:cubicBezTo>
                  <a:cubicBezTo>
                    <a:pt x="4115432" y="2445168"/>
                    <a:pt x="4034589" y="2321026"/>
                    <a:pt x="4023076" y="2263290"/>
                  </a:cubicBezTo>
                  <a:lnTo>
                    <a:pt x="3419708" y="1968830"/>
                  </a:lnTo>
                  <a:cubicBezTo>
                    <a:pt x="3385061" y="2026571"/>
                    <a:pt x="3344658" y="2121828"/>
                    <a:pt x="3344658" y="2228650"/>
                  </a:cubicBezTo>
                  <a:cubicBezTo>
                    <a:pt x="3344658" y="2892626"/>
                    <a:pt x="4282874" y="2909946"/>
                    <a:pt x="4510957" y="3778864"/>
                  </a:cubicBezTo>
                  <a:lnTo>
                    <a:pt x="5440518" y="3470003"/>
                  </a:lnTo>
                  <a:cubicBezTo>
                    <a:pt x="6104493" y="4116640"/>
                    <a:pt x="6806010" y="4743103"/>
                    <a:pt x="7239040" y="5000039"/>
                  </a:cubicBezTo>
                  <a:lnTo>
                    <a:pt x="7513320" y="5349328"/>
                  </a:lnTo>
                  <a:lnTo>
                    <a:pt x="6681904" y="5349328"/>
                  </a:lnTo>
                  <a:lnTo>
                    <a:pt x="6681904" y="5106838"/>
                  </a:lnTo>
                  <a:lnTo>
                    <a:pt x="6453821" y="5043337"/>
                  </a:lnTo>
                  <a:cubicBezTo>
                    <a:pt x="6104493" y="4494821"/>
                    <a:pt x="5631059" y="4194587"/>
                    <a:pt x="5377018" y="4119538"/>
                  </a:cubicBezTo>
                  <a:cubicBezTo>
                    <a:pt x="5068092" y="4307180"/>
                    <a:pt x="4837151" y="4503510"/>
                    <a:pt x="4565805" y="4806603"/>
                  </a:cubicBezTo>
                  <a:cubicBezTo>
                    <a:pt x="5007489" y="4771994"/>
                    <a:pt x="5501161" y="4815293"/>
                    <a:pt x="5913954" y="4893203"/>
                  </a:cubicBezTo>
                  <a:lnTo>
                    <a:pt x="5730344" y="6467475"/>
                  </a:lnTo>
                  <a:lnTo>
                    <a:pt x="5262683" y="6467475"/>
                  </a:lnTo>
                  <a:lnTo>
                    <a:pt x="5304313" y="6349352"/>
                  </a:lnTo>
                  <a:cubicBezTo>
                    <a:pt x="5446611" y="5913458"/>
                    <a:pt x="5466514" y="5613476"/>
                    <a:pt x="5466514" y="5441718"/>
                  </a:cubicBezTo>
                  <a:cubicBezTo>
                    <a:pt x="5466514" y="5381078"/>
                    <a:pt x="5463617" y="5323370"/>
                    <a:pt x="5443416" y="5303168"/>
                  </a:cubicBezTo>
                  <a:cubicBezTo>
                    <a:pt x="5426074" y="5285827"/>
                    <a:pt x="5353921" y="5303168"/>
                    <a:pt x="5290420" y="5320474"/>
                  </a:cubicBezTo>
                  <a:cubicBezTo>
                    <a:pt x="5122978" y="5366669"/>
                    <a:pt x="4848699" y="5496566"/>
                    <a:pt x="4496511" y="5782355"/>
                  </a:cubicBezTo>
                  <a:cubicBezTo>
                    <a:pt x="4178969" y="6042186"/>
                    <a:pt x="4005735" y="6160535"/>
                    <a:pt x="3575601" y="6111479"/>
                  </a:cubicBezTo>
                  <a:cubicBezTo>
                    <a:pt x="3454346" y="6237059"/>
                    <a:pt x="3299173" y="6346400"/>
                    <a:pt x="3120545" y="6439592"/>
                  </a:cubicBezTo>
                  <a:lnTo>
                    <a:pt x="3058479" y="6467475"/>
                  </a:lnTo>
                  <a:lnTo>
                    <a:pt x="0" y="6467475"/>
                  </a:lnTo>
                  <a:lnTo>
                    <a:pt x="0" y="4754244"/>
                  </a:lnTo>
                  <a:lnTo>
                    <a:pt x="85493" y="4746935"/>
                  </a:lnTo>
                  <a:cubicBezTo>
                    <a:pt x="583882" y="4715120"/>
                    <a:pt x="1115965" y="4730821"/>
                    <a:pt x="1548996" y="4546809"/>
                  </a:cubicBezTo>
                  <a:cubicBezTo>
                    <a:pt x="1805933" y="4437113"/>
                    <a:pt x="2019570" y="4243679"/>
                    <a:pt x="2019570" y="4021390"/>
                  </a:cubicBezTo>
                  <a:cubicBezTo>
                    <a:pt x="2019570" y="3914591"/>
                    <a:pt x="1958929" y="3851053"/>
                    <a:pt x="1872331" y="3851053"/>
                  </a:cubicBezTo>
                  <a:cubicBezTo>
                    <a:pt x="1829032" y="3851053"/>
                    <a:pt x="1762636" y="3871254"/>
                    <a:pt x="1725091" y="3966542"/>
                  </a:cubicBezTo>
                  <a:cubicBezTo>
                    <a:pt x="1612534" y="3868396"/>
                    <a:pt x="1577887" y="3764456"/>
                    <a:pt x="1577887" y="3660519"/>
                  </a:cubicBezTo>
                  <a:cubicBezTo>
                    <a:pt x="1577887" y="3487323"/>
                    <a:pt x="1632698" y="3406481"/>
                    <a:pt x="1693340" y="3322762"/>
                  </a:cubicBezTo>
                  <a:cubicBezTo>
                    <a:pt x="1635633" y="3172644"/>
                    <a:pt x="1456604" y="3138001"/>
                    <a:pt x="1335358" y="3285243"/>
                  </a:cubicBezTo>
                  <a:cubicBezTo>
                    <a:pt x="1185258" y="3008104"/>
                    <a:pt x="1277652" y="2627025"/>
                    <a:pt x="1667382" y="2511568"/>
                  </a:cubicBezTo>
                  <a:lnTo>
                    <a:pt x="1667382" y="2508664"/>
                  </a:lnTo>
                  <a:cubicBezTo>
                    <a:pt x="1211254" y="2433608"/>
                    <a:pt x="1090008" y="2150708"/>
                    <a:pt x="1141959" y="1836028"/>
                  </a:cubicBezTo>
                  <a:cubicBezTo>
                    <a:pt x="1185258" y="1873568"/>
                    <a:pt x="1234351" y="1896648"/>
                    <a:pt x="1283406" y="1896648"/>
                  </a:cubicBezTo>
                  <a:cubicBezTo>
                    <a:pt x="1358494" y="1896648"/>
                    <a:pt x="1404653" y="1836028"/>
                    <a:pt x="1404653" y="1749431"/>
                  </a:cubicBezTo>
                  <a:cubicBezTo>
                    <a:pt x="1404653" y="1657050"/>
                    <a:pt x="1358494" y="1512712"/>
                    <a:pt x="1121760" y="1353932"/>
                  </a:cubicBezTo>
                  <a:cubicBezTo>
                    <a:pt x="1329603" y="1042152"/>
                    <a:pt x="1687584" y="995953"/>
                    <a:pt x="1869470" y="1111435"/>
                  </a:cubicBezTo>
                  <a:lnTo>
                    <a:pt x="1872331" y="1108553"/>
                  </a:lnTo>
                  <a:cubicBezTo>
                    <a:pt x="1779939" y="981516"/>
                    <a:pt x="1733743" y="759234"/>
                    <a:pt x="1880983" y="539835"/>
                  </a:cubicBezTo>
                  <a:cubicBezTo>
                    <a:pt x="1915630" y="588915"/>
                    <a:pt x="1999369" y="661076"/>
                    <a:pt x="2129267" y="661076"/>
                  </a:cubicBezTo>
                  <a:cubicBezTo>
                    <a:pt x="2510347" y="661076"/>
                    <a:pt x="2524793" y="242478"/>
                    <a:pt x="2816339" y="202080"/>
                  </a:cubicBezTo>
                  <a:cubicBezTo>
                    <a:pt x="2799033" y="331978"/>
                    <a:pt x="2833644" y="513856"/>
                    <a:pt x="2995330" y="513856"/>
                  </a:cubicBezTo>
                  <a:cubicBezTo>
                    <a:pt x="3206070" y="513856"/>
                    <a:pt x="3304218" y="196298"/>
                    <a:pt x="3356207" y="0"/>
                  </a:cubicBezTo>
                  <a:close/>
                </a:path>
              </a:pathLst>
            </a:custGeom>
            <a:solidFill>
              <a:srgbClr val="000000"/>
            </a:solidFill>
            <a:ln w="0" cap="flat">
              <a:noFill/>
              <a:prstDash val="solid"/>
              <a:miter/>
            </a:ln>
          </p:spPr>
          <p:txBody>
            <a:bodyPr wrap="square" rtlCol="0" anchor="ctr">
              <a:noAutofit/>
            </a:bodyPr>
            <a:lstStyle/>
            <a:p>
              <a:endParaRPr lang="en-GB"/>
            </a:p>
          </p:txBody>
        </p:sp>
        <p:sp>
          <p:nvSpPr>
            <p:cNvPr id="17" name="Freeform: Shape 16">
              <a:extLst>
                <a:ext uri="{FF2B5EF4-FFF2-40B4-BE49-F238E27FC236}">
                  <a16:creationId xmlns:a16="http://schemas.microsoft.com/office/drawing/2014/main" id="{350A941F-3CB2-9845-276F-C652DAB4BC91}"/>
                </a:ext>
              </a:extLst>
            </p:cNvPr>
            <p:cNvSpPr/>
            <p:nvPr/>
          </p:nvSpPr>
          <p:spPr>
            <a:xfrm>
              <a:off x="1" y="1008303"/>
              <a:ext cx="4545567" cy="5378213"/>
            </a:xfrm>
            <a:custGeom>
              <a:avLst/>
              <a:gdLst>
                <a:gd name="connsiteX0" fmla="*/ 2790343 w 4545567"/>
                <a:gd name="connsiteY0" fmla="*/ 207858 h 5378213"/>
                <a:gd name="connsiteX1" fmla="*/ 2189908 w 4545567"/>
                <a:gd name="connsiteY1" fmla="*/ 1454971 h 5378213"/>
                <a:gd name="connsiteX2" fmla="*/ 3035732 w 4545567"/>
                <a:gd name="connsiteY2" fmla="*/ 2725208 h 5378213"/>
                <a:gd name="connsiteX3" fmla="*/ 4112571 w 4545567"/>
                <a:gd name="connsiteY3" fmla="*/ 3296815 h 5378213"/>
                <a:gd name="connsiteX4" fmla="*/ 3592905 w 4545567"/>
                <a:gd name="connsiteY4" fmla="*/ 3123581 h 5378213"/>
                <a:gd name="connsiteX5" fmla="*/ 1199704 w 4545567"/>
                <a:gd name="connsiteY5" fmla="*/ 5378213 h 5378213"/>
                <a:gd name="connsiteX6" fmla="*/ 79571 w 4545567"/>
                <a:gd name="connsiteY6" fmla="*/ 4587208 h 5378213"/>
                <a:gd name="connsiteX7" fmla="*/ 0 w 4545567"/>
                <a:gd name="connsiteY7" fmla="*/ 4591624 h 5378213"/>
                <a:gd name="connsiteX8" fmla="*/ 0 w 4545567"/>
                <a:gd name="connsiteY8" fmla="*/ 4375064 h 5378213"/>
                <a:gd name="connsiteX9" fmla="*/ 81891 w 4545567"/>
                <a:gd name="connsiteY9" fmla="*/ 4367296 h 5378213"/>
                <a:gd name="connsiteX10" fmla="*/ 1808829 w 4545567"/>
                <a:gd name="connsiteY10" fmla="*/ 4073375 h 5378213"/>
                <a:gd name="connsiteX11" fmla="*/ 2394856 w 4545567"/>
                <a:gd name="connsiteY11" fmla="*/ 3357418 h 5378213"/>
                <a:gd name="connsiteX12" fmla="*/ 1906977 w 4545567"/>
                <a:gd name="connsiteY12" fmla="*/ 1732111 h 5378213"/>
                <a:gd name="connsiteX13" fmla="*/ 2790343 w 4545567"/>
                <a:gd name="connsiteY13" fmla="*/ 207858 h 5378213"/>
                <a:gd name="connsiteX14" fmla="*/ 3431257 w 4545567"/>
                <a:gd name="connsiteY14" fmla="*/ 0 h 5378213"/>
                <a:gd name="connsiteX15" fmla="*/ 3855635 w 4545567"/>
                <a:gd name="connsiteY15" fmla="*/ 314680 h 5378213"/>
                <a:gd name="connsiteX16" fmla="*/ 3803646 w 4545567"/>
                <a:gd name="connsiteY16" fmla="*/ 415719 h 5378213"/>
                <a:gd name="connsiteX17" fmla="*/ 4545567 w 4545567"/>
                <a:gd name="connsiteY17" fmla="*/ 1345271 h 5378213"/>
                <a:gd name="connsiteX18" fmla="*/ 4412771 w 4545567"/>
                <a:gd name="connsiteY18" fmla="*/ 1368373 h 5378213"/>
                <a:gd name="connsiteX19" fmla="*/ 4360820 w 4545567"/>
                <a:gd name="connsiteY19" fmla="*/ 1423231 h 5378213"/>
                <a:gd name="connsiteX20" fmla="*/ 4438766 w 4545567"/>
                <a:gd name="connsiteY20" fmla="*/ 1607992 h 5378213"/>
                <a:gd name="connsiteX21" fmla="*/ 4326173 w 4545567"/>
                <a:gd name="connsiteY21" fmla="*/ 1639730 h 5378213"/>
                <a:gd name="connsiteX22" fmla="*/ 4204927 w 4545567"/>
                <a:gd name="connsiteY22" fmla="*/ 1541594 h 5378213"/>
                <a:gd name="connsiteX23" fmla="*/ 4204927 w 4545567"/>
                <a:gd name="connsiteY23" fmla="*/ 1541591 h 5378213"/>
                <a:gd name="connsiteX24" fmla="*/ 4233817 w 4545567"/>
                <a:gd name="connsiteY24" fmla="*/ 1336612 h 5378213"/>
                <a:gd name="connsiteX25" fmla="*/ 4178969 w 4545567"/>
                <a:gd name="connsiteY25" fmla="*/ 1180735 h 5378213"/>
                <a:gd name="connsiteX26" fmla="*/ 3864288 w 4545567"/>
                <a:gd name="connsiteY26" fmla="*/ 773675 h 5378213"/>
                <a:gd name="connsiteX27" fmla="*/ 3341762 w 4545567"/>
                <a:gd name="connsiteY27" fmla="*/ 568717 h 5378213"/>
                <a:gd name="connsiteX28" fmla="*/ 3561155 w 4545567"/>
                <a:gd name="connsiteY28" fmla="*/ 274259 h 5378213"/>
                <a:gd name="connsiteX29" fmla="*/ 3431257 w 4545567"/>
                <a:gd name="connsiteY29" fmla="*/ 0 h 53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45567" h="5378213">
                  <a:moveTo>
                    <a:pt x="2790343" y="207858"/>
                  </a:moveTo>
                  <a:cubicBezTo>
                    <a:pt x="2383308" y="560059"/>
                    <a:pt x="2189908" y="964213"/>
                    <a:pt x="2189908" y="1454971"/>
                  </a:cubicBezTo>
                  <a:cubicBezTo>
                    <a:pt x="2189908" y="1948629"/>
                    <a:pt x="2383308" y="2468269"/>
                    <a:pt x="3035732" y="2725208"/>
                  </a:cubicBezTo>
                  <a:cubicBezTo>
                    <a:pt x="3497655" y="2907063"/>
                    <a:pt x="3927789" y="2912846"/>
                    <a:pt x="4112571" y="3296815"/>
                  </a:cubicBezTo>
                  <a:cubicBezTo>
                    <a:pt x="3947990" y="3166880"/>
                    <a:pt x="3740145" y="3123581"/>
                    <a:pt x="3592905" y="3123581"/>
                  </a:cubicBezTo>
                  <a:cubicBezTo>
                    <a:pt x="2654689" y="3123581"/>
                    <a:pt x="2299604" y="4878790"/>
                    <a:pt x="1199704" y="5378213"/>
                  </a:cubicBezTo>
                  <a:cubicBezTo>
                    <a:pt x="1433542" y="4769094"/>
                    <a:pt x="729129" y="4572799"/>
                    <a:pt x="79571" y="4587208"/>
                  </a:cubicBezTo>
                  <a:lnTo>
                    <a:pt x="0" y="4591624"/>
                  </a:lnTo>
                  <a:lnTo>
                    <a:pt x="0" y="4375064"/>
                  </a:lnTo>
                  <a:lnTo>
                    <a:pt x="81891" y="4367296"/>
                  </a:lnTo>
                  <a:cubicBezTo>
                    <a:pt x="611474" y="4328789"/>
                    <a:pt x="1263205" y="4343650"/>
                    <a:pt x="1808829" y="4073375"/>
                  </a:cubicBezTo>
                  <a:cubicBezTo>
                    <a:pt x="2100412" y="3929032"/>
                    <a:pt x="2394856" y="3686506"/>
                    <a:pt x="2394856" y="3357418"/>
                  </a:cubicBezTo>
                  <a:cubicBezTo>
                    <a:pt x="2394856" y="2961927"/>
                    <a:pt x="1906977" y="2572186"/>
                    <a:pt x="1906977" y="1732111"/>
                  </a:cubicBezTo>
                  <a:cubicBezTo>
                    <a:pt x="1906977" y="1183612"/>
                    <a:pt x="2149469" y="551399"/>
                    <a:pt x="2790343" y="207858"/>
                  </a:cubicBezTo>
                  <a:close/>
                  <a:moveTo>
                    <a:pt x="3431257" y="0"/>
                  </a:moveTo>
                  <a:cubicBezTo>
                    <a:pt x="3546710" y="20201"/>
                    <a:pt x="3855635" y="147239"/>
                    <a:pt x="3855635" y="314680"/>
                  </a:cubicBezTo>
                  <a:cubicBezTo>
                    <a:pt x="3855635" y="349318"/>
                    <a:pt x="3838294" y="381058"/>
                    <a:pt x="3803646" y="415719"/>
                  </a:cubicBezTo>
                  <a:lnTo>
                    <a:pt x="4545567" y="1345271"/>
                  </a:lnTo>
                  <a:cubicBezTo>
                    <a:pt x="4519608" y="1385693"/>
                    <a:pt x="4461863" y="1368373"/>
                    <a:pt x="4412771" y="1368373"/>
                  </a:cubicBezTo>
                  <a:cubicBezTo>
                    <a:pt x="4381059" y="1368373"/>
                    <a:pt x="4360820" y="1388574"/>
                    <a:pt x="4360820" y="1423231"/>
                  </a:cubicBezTo>
                  <a:cubicBezTo>
                    <a:pt x="4360820" y="1486732"/>
                    <a:pt x="4409911" y="1564671"/>
                    <a:pt x="4438766" y="1607992"/>
                  </a:cubicBezTo>
                  <a:cubicBezTo>
                    <a:pt x="4415668" y="1622410"/>
                    <a:pt x="4372369" y="1639730"/>
                    <a:pt x="4326173" y="1639730"/>
                  </a:cubicBezTo>
                  <a:cubicBezTo>
                    <a:pt x="4268428" y="1639730"/>
                    <a:pt x="4204927" y="1619534"/>
                    <a:pt x="4204927" y="1541594"/>
                  </a:cubicBezTo>
                  <a:lnTo>
                    <a:pt x="4204927" y="1541591"/>
                  </a:lnTo>
                  <a:cubicBezTo>
                    <a:pt x="4204927" y="1492513"/>
                    <a:pt x="4233817" y="1408794"/>
                    <a:pt x="4233817" y="1336612"/>
                  </a:cubicBezTo>
                  <a:cubicBezTo>
                    <a:pt x="4233817" y="1299094"/>
                    <a:pt x="4225129" y="1252894"/>
                    <a:pt x="4178969" y="1180735"/>
                  </a:cubicBezTo>
                  <a:cubicBezTo>
                    <a:pt x="4112571" y="1079695"/>
                    <a:pt x="3985533" y="903595"/>
                    <a:pt x="3864288" y="773675"/>
                  </a:cubicBezTo>
                  <a:cubicBezTo>
                    <a:pt x="3702638" y="603357"/>
                    <a:pt x="3561155" y="554276"/>
                    <a:pt x="3341762" y="568717"/>
                  </a:cubicBezTo>
                  <a:cubicBezTo>
                    <a:pt x="3520752" y="470557"/>
                    <a:pt x="3561155" y="378181"/>
                    <a:pt x="3561155" y="274259"/>
                  </a:cubicBezTo>
                  <a:cubicBezTo>
                    <a:pt x="3561155" y="184760"/>
                    <a:pt x="3512099" y="89498"/>
                    <a:pt x="3431257" y="0"/>
                  </a:cubicBezTo>
                  <a:close/>
                </a:path>
              </a:pathLst>
            </a:custGeom>
            <a:solidFill>
              <a:srgbClr val="0BE248"/>
            </a:solidFill>
            <a:ln w="0" cap="flat">
              <a:noFill/>
              <a:prstDash val="solid"/>
              <a:miter/>
            </a:ln>
          </p:spPr>
          <p:txBody>
            <a:bodyPr wrap="square" rtlCol="0" anchor="ctr">
              <a:noAutofit/>
            </a:bodyPr>
            <a:lstStyle/>
            <a:p>
              <a:endParaRPr lang="en-GB"/>
            </a:p>
          </p:txBody>
        </p:sp>
      </p:grpSp>
      <p:sp>
        <p:nvSpPr>
          <p:cNvPr id="11" name="Title 14">
            <a:extLst>
              <a:ext uri="{FF2B5EF4-FFF2-40B4-BE49-F238E27FC236}">
                <a16:creationId xmlns:a16="http://schemas.microsoft.com/office/drawing/2014/main" id="{F400E925-2042-8E3A-2316-DFB79E788CA6}"/>
              </a:ext>
            </a:extLst>
          </p:cNvPr>
          <p:cNvSpPr>
            <a:spLocks noGrp="1"/>
          </p:cNvSpPr>
          <p:nvPr userDrawn="1">
            <p:ph type="title" hasCustomPrompt="1"/>
          </p:nvPr>
        </p:nvSpPr>
        <p:spPr>
          <a:xfrm>
            <a:off x="6657174" y="390525"/>
            <a:ext cx="5136363" cy="3658504"/>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a:t>
            </a:r>
            <a:br>
              <a:rPr lang="en-US"/>
            </a:br>
            <a:r>
              <a:rPr lang="en-US"/>
              <a:t>title style</a:t>
            </a:r>
            <a:endParaRPr lang="en-GB"/>
          </a:p>
        </p:txBody>
      </p:sp>
      <p:sp>
        <p:nvSpPr>
          <p:cNvPr id="13" name="Text Placeholder 3">
            <a:extLst>
              <a:ext uri="{FF2B5EF4-FFF2-40B4-BE49-F238E27FC236}">
                <a16:creationId xmlns:a16="http://schemas.microsoft.com/office/drawing/2014/main" id="{901B5DBF-BA3F-6D66-3C08-561D8FC52AA4}"/>
              </a:ext>
            </a:extLst>
          </p:cNvPr>
          <p:cNvSpPr>
            <a:spLocks noGrp="1"/>
          </p:cNvSpPr>
          <p:nvPr userDrawn="1">
            <p:ph type="body" sz="quarter" idx="14"/>
          </p:nvPr>
        </p:nvSpPr>
        <p:spPr>
          <a:xfrm>
            <a:off x="6657174" y="4200042"/>
            <a:ext cx="5136363" cy="1052678"/>
          </a:xfrm>
        </p:spPr>
        <p:txBody>
          <a:bodyPr anchor="t"/>
          <a:lstStyle>
            <a:lvl1pPr algn="ctr">
              <a:defRPr b="0">
                <a:solidFill>
                  <a:schemeClr val="tx1"/>
                </a:solidFill>
              </a:defRPr>
            </a:lvl1pPr>
          </a:lstStyle>
          <a:p>
            <a:pPr lvl="0"/>
            <a:r>
              <a:rPr lang="en-GB"/>
              <a:t>Click to edit Master text styles</a:t>
            </a:r>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userDrawn="1">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61608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8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40"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82835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_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1253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3_Quote with Image">
    <p:bg>
      <p:bgPr>
        <a:solidFill>
          <a:srgbClr val="11B67A"/>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91A8126-78BF-15C2-9CC7-E2FBE2E57CDE}"/>
              </a:ext>
            </a:extLst>
          </p:cNvPr>
          <p:cNvSpPr>
            <a:spLocks noGrp="1"/>
          </p:cNvSpPr>
          <p:nvPr>
            <p:ph type="pic" sz="quarter" idx="13"/>
          </p:nvPr>
        </p:nvSpPr>
        <p:spPr>
          <a:xfrm>
            <a:off x="0" y="0"/>
            <a:ext cx="6096000" cy="6858000"/>
          </a:xfrm>
          <a:solidFill>
            <a:schemeClr val="bg1"/>
          </a:solidFill>
        </p:spPr>
        <p:txBody>
          <a:bodyPr/>
          <a:lstStyle/>
          <a:p>
            <a:r>
              <a:rPr lang="en-GB"/>
              <a:t>Click icon to add picture</a:t>
            </a:r>
          </a:p>
        </p:txBody>
      </p:sp>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6645276" y="1774825"/>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E665900D-2933-1A3B-B4E5-B10607952514}"/>
              </a:ext>
            </a:extLst>
          </p:cNvPr>
          <p:cNvSpPr>
            <a:spLocks noGrp="1"/>
          </p:cNvSpPr>
          <p:nvPr>
            <p:ph type="body" sz="quarter" idx="15" hasCustomPrompt="1"/>
          </p:nvPr>
        </p:nvSpPr>
        <p:spPr>
          <a:xfrm>
            <a:off x="6645273" y="6135468"/>
            <a:ext cx="5148263" cy="324000"/>
          </a:xfrm>
        </p:spPr>
        <p:txBody>
          <a:bodyPr/>
          <a:lstStyle>
            <a:lvl1pPr>
              <a:spcBef>
                <a:spcPts val="0"/>
              </a:spcBef>
              <a:defRPr sz="800" b="0"/>
            </a:lvl1pPr>
          </a:lstStyle>
          <a:p>
            <a:pPr lvl="0"/>
            <a:r>
              <a:rPr lang="en-US"/>
              <a:t>Insert source text here</a:t>
            </a:r>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011409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2_Quote with Graphic">
    <p:bg>
      <p:bgPr>
        <a:solidFill>
          <a:schemeClr val="bg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3CDC8C46-78EE-78B9-C1FD-850A29E6CC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24139" t="20420" r="37320" b="4519"/>
          <a:stretch/>
        </p:blipFill>
        <p:spPr>
          <a:xfrm flipH="1" flipV="1">
            <a:off x="6096000" y="0"/>
            <a:ext cx="6096000" cy="6857998"/>
          </a:xfrm>
          <a:prstGeom prst="rect">
            <a:avLst/>
          </a:prstGeom>
        </p:spPr>
      </p:pic>
      <p:sp>
        <p:nvSpPr>
          <p:cNvPr id="10" name="Text Placeholder 9">
            <a:extLst>
              <a:ext uri="{FF2B5EF4-FFF2-40B4-BE49-F238E27FC236}">
                <a16:creationId xmlns:a16="http://schemas.microsoft.com/office/drawing/2014/main" id="{72E170A1-919C-1ED6-426B-6A5C19384073}"/>
              </a:ext>
            </a:extLst>
          </p:cNvPr>
          <p:cNvSpPr>
            <a:spLocks noGrp="1"/>
          </p:cNvSpPr>
          <p:nvPr>
            <p:ph type="body" sz="quarter" idx="14"/>
          </p:nvPr>
        </p:nvSpPr>
        <p:spPr>
          <a:xfrm>
            <a:off x="489108" y="1502728"/>
            <a:ext cx="5148263" cy="4219575"/>
          </a:xfrm>
        </p:spPr>
        <p:txBody>
          <a:bodyPr/>
          <a:lstStyle>
            <a:lvl1pPr>
              <a:lnSpc>
                <a:spcPct val="95000"/>
              </a:lnSpc>
              <a:defRPr sz="2400">
                <a:solidFill>
                  <a:schemeClr val="tx1"/>
                </a:solidFill>
              </a:defRPr>
            </a:lvl1pPr>
            <a:lvl2pPr>
              <a:spcBef>
                <a:spcPts val="1800"/>
              </a:spcBef>
              <a:defRPr sz="1600" b="1" i="0">
                <a:solidFill>
                  <a:schemeClr val="tx1"/>
                </a:solidFill>
              </a:defRPr>
            </a:lvl2pPr>
            <a:lvl3pPr marL="0" indent="0">
              <a:buNone/>
              <a:defRPr sz="1200">
                <a:solidFill>
                  <a:schemeClr val="tx1"/>
                </a:solidFill>
              </a:defRPr>
            </a:lvl3pPr>
          </a:lstStyle>
          <a:p>
            <a:pPr lvl="0"/>
            <a:r>
              <a:rPr lang="en-GB"/>
              <a:t>Click to edit Master text styles</a:t>
            </a:r>
          </a:p>
          <a:p>
            <a:pPr lvl="1"/>
            <a:r>
              <a:rPr lang="en-GB"/>
              <a:t>Second level</a:t>
            </a:r>
          </a:p>
          <a:p>
            <a:pPr lvl="2"/>
            <a:r>
              <a:rPr lang="en-GB"/>
              <a:t>Third level</a:t>
            </a:r>
          </a:p>
        </p:txBody>
      </p:sp>
      <p:sp>
        <p:nvSpPr>
          <p:cNvPr id="7" name="Text Placeholder 9">
            <a:extLst>
              <a:ext uri="{FF2B5EF4-FFF2-40B4-BE49-F238E27FC236}">
                <a16:creationId xmlns:a16="http://schemas.microsoft.com/office/drawing/2014/main" id="{5A7562EC-918E-EFF9-31DE-6468899B503B}"/>
              </a:ext>
            </a:extLst>
          </p:cNvPr>
          <p:cNvSpPr>
            <a:spLocks noGrp="1"/>
          </p:cNvSpPr>
          <p:nvPr>
            <p:ph type="body" sz="quarter" idx="15" hasCustomPrompt="1"/>
          </p:nvPr>
        </p:nvSpPr>
        <p:spPr>
          <a:xfrm>
            <a:off x="382586" y="6135468"/>
            <a:ext cx="5254785"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486728D2-7B5E-11CF-7872-C41A8A433586}"/>
              </a:ext>
            </a:extLst>
          </p:cNvPr>
          <p:cNvSpPr>
            <a:spLocks noGrp="1"/>
          </p:cNvSpPr>
          <p:nvPr>
            <p:ph type="dt" sz="half" idx="12"/>
          </p:nvPr>
        </p:nvSpPr>
        <p:spPr/>
        <p:txBody>
          <a:bodyPr/>
          <a:lstStyle/>
          <a:p>
            <a:fld id="{5C2E20A6-D279-487E-B6BA-8D3D5A5C6646}" type="datetime3">
              <a:rPr lang="en-GB" smtClean="0"/>
              <a:t>3 August, 2026</a:t>
            </a:fld>
            <a:endParaRPr lang="en-GB"/>
          </a:p>
        </p:txBody>
      </p:sp>
      <p:sp>
        <p:nvSpPr>
          <p:cNvPr id="3" name="Footer Placeholder 2">
            <a:extLst>
              <a:ext uri="{FF2B5EF4-FFF2-40B4-BE49-F238E27FC236}">
                <a16:creationId xmlns:a16="http://schemas.microsoft.com/office/drawing/2014/main" id="{D6736C6A-0E0A-35C5-D86E-3260AE49F60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5182E518-D9F5-9E5B-732D-7FA281E294D6}"/>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21372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3_Team Slide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13" name="Picture Placeholder 37">
            <a:extLst>
              <a:ext uri="{FF2B5EF4-FFF2-40B4-BE49-F238E27FC236}">
                <a16:creationId xmlns:a16="http://schemas.microsoft.com/office/drawing/2014/main" id="{150D1E2A-826F-D064-34F1-0BCE767BAF69}"/>
              </a:ext>
            </a:extLst>
          </p:cNvPr>
          <p:cNvSpPr>
            <a:spLocks noGrp="1"/>
          </p:cNvSpPr>
          <p:nvPr>
            <p:ph type="pic" sz="quarter" idx="35"/>
          </p:nvPr>
        </p:nvSpPr>
        <p:spPr>
          <a:xfrm>
            <a:off x="382586"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2" name="Text Placeholder 21">
            <a:extLst>
              <a:ext uri="{FF2B5EF4-FFF2-40B4-BE49-F238E27FC236}">
                <a16:creationId xmlns:a16="http://schemas.microsoft.com/office/drawing/2014/main" id="{6A65733F-76D0-12BA-0735-F3BEB13050A9}"/>
              </a:ext>
            </a:extLst>
          </p:cNvPr>
          <p:cNvSpPr>
            <a:spLocks noGrp="1"/>
          </p:cNvSpPr>
          <p:nvPr>
            <p:ph type="body" sz="quarter" idx="40"/>
          </p:nvPr>
        </p:nvSpPr>
        <p:spPr>
          <a:xfrm>
            <a:off x="2453365"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Picture Placeholder 32">
            <a:extLst>
              <a:ext uri="{FF2B5EF4-FFF2-40B4-BE49-F238E27FC236}">
                <a16:creationId xmlns:a16="http://schemas.microsoft.com/office/drawing/2014/main" id="{52808A5B-AD54-4EA5-6C44-777412FD7C5E}"/>
              </a:ext>
            </a:extLst>
          </p:cNvPr>
          <p:cNvSpPr>
            <a:spLocks noGrp="1"/>
          </p:cNvSpPr>
          <p:nvPr>
            <p:ph type="pic" sz="quarter" idx="32"/>
          </p:nvPr>
        </p:nvSpPr>
        <p:spPr>
          <a:xfrm>
            <a:off x="6180139" y="1592263"/>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4" name="Text Placeholder 23">
            <a:extLst>
              <a:ext uri="{FF2B5EF4-FFF2-40B4-BE49-F238E27FC236}">
                <a16:creationId xmlns:a16="http://schemas.microsoft.com/office/drawing/2014/main" id="{A9703B0E-7A0D-BEEF-B418-7E873031C632}"/>
              </a:ext>
            </a:extLst>
          </p:cNvPr>
          <p:cNvSpPr>
            <a:spLocks noGrp="1"/>
          </p:cNvSpPr>
          <p:nvPr>
            <p:ph type="body" sz="quarter" idx="42"/>
          </p:nvPr>
        </p:nvSpPr>
        <p:spPr>
          <a:xfrm>
            <a:off x="8237793" y="1592263"/>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41">
            <a:extLst>
              <a:ext uri="{FF2B5EF4-FFF2-40B4-BE49-F238E27FC236}">
                <a16:creationId xmlns:a16="http://schemas.microsoft.com/office/drawing/2014/main" id="{5F13C956-C13D-9712-7D6C-F3AE7F742D8E}"/>
              </a:ext>
            </a:extLst>
          </p:cNvPr>
          <p:cNvSpPr>
            <a:spLocks noGrp="1"/>
          </p:cNvSpPr>
          <p:nvPr>
            <p:ph type="pic" sz="quarter" idx="39"/>
          </p:nvPr>
        </p:nvSpPr>
        <p:spPr>
          <a:xfrm>
            <a:off x="382586"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3" name="Text Placeholder 22">
            <a:extLst>
              <a:ext uri="{FF2B5EF4-FFF2-40B4-BE49-F238E27FC236}">
                <a16:creationId xmlns:a16="http://schemas.microsoft.com/office/drawing/2014/main" id="{69CA158F-8B43-966B-6008-4D0D51BBE85B}"/>
              </a:ext>
            </a:extLst>
          </p:cNvPr>
          <p:cNvSpPr>
            <a:spLocks noGrp="1"/>
          </p:cNvSpPr>
          <p:nvPr>
            <p:ph type="body" sz="quarter" idx="41"/>
          </p:nvPr>
        </p:nvSpPr>
        <p:spPr>
          <a:xfrm>
            <a:off x="2453365"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Picture Placeholder 39">
            <a:extLst>
              <a:ext uri="{FF2B5EF4-FFF2-40B4-BE49-F238E27FC236}">
                <a16:creationId xmlns:a16="http://schemas.microsoft.com/office/drawing/2014/main" id="{594C5E70-2EB4-5177-332C-384ACAF9D1A8}"/>
              </a:ext>
            </a:extLst>
          </p:cNvPr>
          <p:cNvSpPr>
            <a:spLocks noGrp="1"/>
          </p:cNvSpPr>
          <p:nvPr>
            <p:ph type="pic" sz="quarter" idx="37"/>
          </p:nvPr>
        </p:nvSpPr>
        <p:spPr>
          <a:xfrm>
            <a:off x="6180139" y="3916844"/>
            <a:ext cx="2070779" cy="2171132"/>
          </a:xfrm>
          <a:custGeom>
            <a:avLst/>
            <a:gdLst>
              <a:gd name="connsiteX0" fmla="*/ 114309 w 2070779"/>
              <a:gd name="connsiteY0" fmla="*/ 0 h 2171132"/>
              <a:gd name="connsiteX1" fmla="*/ 992133 w 2070779"/>
              <a:gd name="connsiteY1" fmla="*/ 0 h 2171132"/>
              <a:gd name="connsiteX2" fmla="*/ 2070779 w 2070779"/>
              <a:gd name="connsiteY2" fmla="*/ 0 h 2171132"/>
              <a:gd name="connsiteX3" fmla="*/ 2070779 w 2070779"/>
              <a:gd name="connsiteY3" fmla="*/ 2171132 h 2171132"/>
              <a:gd name="connsiteX4" fmla="*/ 992133 w 2070779"/>
              <a:gd name="connsiteY4" fmla="*/ 2171132 h 2171132"/>
              <a:gd name="connsiteX5" fmla="*/ 114309 w 2070779"/>
              <a:gd name="connsiteY5" fmla="*/ 2171132 h 2171132"/>
              <a:gd name="connsiteX6" fmla="*/ 0 w 2070779"/>
              <a:gd name="connsiteY6" fmla="*/ 2056823 h 2171132"/>
              <a:gd name="connsiteX7" fmla="*/ 0 w 2070779"/>
              <a:gd name="connsiteY7" fmla="*/ 1518160 h 2171132"/>
              <a:gd name="connsiteX8" fmla="*/ 0 w 2070779"/>
              <a:gd name="connsiteY8" fmla="*/ 652972 h 2171132"/>
              <a:gd name="connsiteX9" fmla="*/ 0 w 2070779"/>
              <a:gd name="connsiteY9" fmla="*/ 114309 h 2171132"/>
              <a:gd name="connsiteX10" fmla="*/ 114309 w 2070779"/>
              <a:gd name="connsiteY10" fmla="*/ 0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0779" h="2171132">
                <a:moveTo>
                  <a:pt x="114309" y="0"/>
                </a:moveTo>
                <a:lnTo>
                  <a:pt x="992133" y="0"/>
                </a:lnTo>
                <a:lnTo>
                  <a:pt x="2070779" y="0"/>
                </a:lnTo>
                <a:lnTo>
                  <a:pt x="2070779" y="2171132"/>
                </a:lnTo>
                <a:lnTo>
                  <a:pt x="992133" y="2171132"/>
                </a:lnTo>
                <a:lnTo>
                  <a:pt x="114309" y="2171132"/>
                </a:lnTo>
                <a:cubicBezTo>
                  <a:pt x="51178" y="2171132"/>
                  <a:pt x="0" y="2119954"/>
                  <a:pt x="0" y="2056823"/>
                </a:cubicBezTo>
                <a:lnTo>
                  <a:pt x="0" y="1518160"/>
                </a:lnTo>
                <a:lnTo>
                  <a:pt x="0" y="652972"/>
                </a:lnTo>
                <a:lnTo>
                  <a:pt x="0" y="114309"/>
                </a:lnTo>
                <a:cubicBezTo>
                  <a:pt x="0" y="51178"/>
                  <a:pt x="51178" y="0"/>
                  <a:pt x="114309" y="0"/>
                </a:cubicBezTo>
                <a:close/>
              </a:path>
            </a:pathLst>
          </a:custGeom>
        </p:spPr>
        <p:txBody>
          <a:bodyPr wrap="square">
            <a:noAutofit/>
          </a:bodyPr>
          <a:lstStyle/>
          <a:p>
            <a:r>
              <a:rPr lang="en-GB"/>
              <a:t>Click icon to add picture</a:t>
            </a:r>
          </a:p>
        </p:txBody>
      </p:sp>
      <p:sp>
        <p:nvSpPr>
          <p:cNvPr id="25" name="Text Placeholder 24">
            <a:extLst>
              <a:ext uri="{FF2B5EF4-FFF2-40B4-BE49-F238E27FC236}">
                <a16:creationId xmlns:a16="http://schemas.microsoft.com/office/drawing/2014/main" id="{7B113870-20C7-72CF-9D6C-AC28C03DDDB5}"/>
              </a:ext>
            </a:extLst>
          </p:cNvPr>
          <p:cNvSpPr>
            <a:spLocks noGrp="1"/>
          </p:cNvSpPr>
          <p:nvPr>
            <p:ph type="body" sz="quarter" idx="43"/>
          </p:nvPr>
        </p:nvSpPr>
        <p:spPr>
          <a:xfrm>
            <a:off x="8237793" y="3916844"/>
            <a:ext cx="3555743" cy="2171132"/>
          </a:xfrm>
          <a:custGeom>
            <a:avLst/>
            <a:gdLst>
              <a:gd name="connsiteX0" fmla="*/ 0 w 3555743"/>
              <a:gd name="connsiteY0" fmla="*/ 0 h 2171132"/>
              <a:gd name="connsiteX1" fmla="*/ 13122 w 3555743"/>
              <a:gd name="connsiteY1" fmla="*/ 0 h 2171132"/>
              <a:gd name="connsiteX2" fmla="*/ 558109 w 3555743"/>
              <a:gd name="connsiteY2" fmla="*/ 0 h 2171132"/>
              <a:gd name="connsiteX3" fmla="*/ 571231 w 3555743"/>
              <a:gd name="connsiteY3" fmla="*/ 0 h 2171132"/>
              <a:gd name="connsiteX4" fmla="*/ 913733 w 3555743"/>
              <a:gd name="connsiteY4" fmla="*/ 0 h 2171132"/>
              <a:gd name="connsiteX5" fmla="*/ 926855 w 3555743"/>
              <a:gd name="connsiteY5" fmla="*/ 0 h 2171132"/>
              <a:gd name="connsiteX6" fmla="*/ 1435933 w 3555743"/>
              <a:gd name="connsiteY6" fmla="*/ 0 h 2171132"/>
              <a:gd name="connsiteX7" fmla="*/ 1449055 w 3555743"/>
              <a:gd name="connsiteY7" fmla="*/ 0 h 2171132"/>
              <a:gd name="connsiteX8" fmla="*/ 3428312 w 3555743"/>
              <a:gd name="connsiteY8" fmla="*/ 0 h 2171132"/>
              <a:gd name="connsiteX9" fmla="*/ 3441434 w 3555743"/>
              <a:gd name="connsiteY9" fmla="*/ 0 h 2171132"/>
              <a:gd name="connsiteX10" fmla="*/ 3555743 w 3555743"/>
              <a:gd name="connsiteY10" fmla="*/ 114309 h 2171132"/>
              <a:gd name="connsiteX11" fmla="*/ 3555743 w 3555743"/>
              <a:gd name="connsiteY11" fmla="*/ 652972 h 2171132"/>
              <a:gd name="connsiteX12" fmla="*/ 3555743 w 3555743"/>
              <a:gd name="connsiteY12" fmla="*/ 1518160 h 2171132"/>
              <a:gd name="connsiteX13" fmla="*/ 3555743 w 3555743"/>
              <a:gd name="connsiteY13" fmla="*/ 2056823 h 2171132"/>
              <a:gd name="connsiteX14" fmla="*/ 3441434 w 3555743"/>
              <a:gd name="connsiteY14" fmla="*/ 2171132 h 2171132"/>
              <a:gd name="connsiteX15" fmla="*/ 3428312 w 3555743"/>
              <a:gd name="connsiteY15" fmla="*/ 2171132 h 2171132"/>
              <a:gd name="connsiteX16" fmla="*/ 1449055 w 3555743"/>
              <a:gd name="connsiteY16" fmla="*/ 2171132 h 2171132"/>
              <a:gd name="connsiteX17" fmla="*/ 1435933 w 3555743"/>
              <a:gd name="connsiteY17" fmla="*/ 2171132 h 2171132"/>
              <a:gd name="connsiteX18" fmla="*/ 926855 w 3555743"/>
              <a:gd name="connsiteY18" fmla="*/ 2171132 h 2171132"/>
              <a:gd name="connsiteX19" fmla="*/ 913733 w 3555743"/>
              <a:gd name="connsiteY19" fmla="*/ 2171132 h 2171132"/>
              <a:gd name="connsiteX20" fmla="*/ 571231 w 3555743"/>
              <a:gd name="connsiteY20" fmla="*/ 2171132 h 2171132"/>
              <a:gd name="connsiteX21" fmla="*/ 558109 w 3555743"/>
              <a:gd name="connsiteY21" fmla="*/ 2171132 h 2171132"/>
              <a:gd name="connsiteX22" fmla="*/ 13122 w 3555743"/>
              <a:gd name="connsiteY22" fmla="*/ 2171132 h 2171132"/>
              <a:gd name="connsiteX23" fmla="*/ 0 w 3555743"/>
              <a:gd name="connsiteY23" fmla="*/ 2171132 h 217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55743" h="2171132">
                <a:moveTo>
                  <a:pt x="0" y="0"/>
                </a:moveTo>
                <a:lnTo>
                  <a:pt x="13122" y="0"/>
                </a:lnTo>
                <a:lnTo>
                  <a:pt x="558109" y="0"/>
                </a:lnTo>
                <a:lnTo>
                  <a:pt x="571231" y="0"/>
                </a:lnTo>
                <a:lnTo>
                  <a:pt x="913733" y="0"/>
                </a:lnTo>
                <a:lnTo>
                  <a:pt x="926855" y="0"/>
                </a:lnTo>
                <a:lnTo>
                  <a:pt x="1435933" y="0"/>
                </a:lnTo>
                <a:lnTo>
                  <a:pt x="1449055" y="0"/>
                </a:lnTo>
                <a:lnTo>
                  <a:pt x="3428312" y="0"/>
                </a:lnTo>
                <a:lnTo>
                  <a:pt x="3441434" y="0"/>
                </a:lnTo>
                <a:cubicBezTo>
                  <a:pt x="3504565" y="0"/>
                  <a:pt x="3555743" y="51178"/>
                  <a:pt x="3555743" y="114309"/>
                </a:cubicBezTo>
                <a:lnTo>
                  <a:pt x="3555743" y="652972"/>
                </a:lnTo>
                <a:lnTo>
                  <a:pt x="3555743" y="1518160"/>
                </a:lnTo>
                <a:lnTo>
                  <a:pt x="3555743" y="2056823"/>
                </a:lnTo>
                <a:cubicBezTo>
                  <a:pt x="3555743" y="2119954"/>
                  <a:pt x="3504565" y="2171132"/>
                  <a:pt x="3441434" y="2171132"/>
                </a:cubicBezTo>
                <a:lnTo>
                  <a:pt x="3428312" y="2171132"/>
                </a:lnTo>
                <a:lnTo>
                  <a:pt x="1449055" y="2171132"/>
                </a:lnTo>
                <a:lnTo>
                  <a:pt x="1435933" y="2171132"/>
                </a:lnTo>
                <a:lnTo>
                  <a:pt x="926855" y="2171132"/>
                </a:lnTo>
                <a:lnTo>
                  <a:pt x="913733" y="2171132"/>
                </a:lnTo>
                <a:lnTo>
                  <a:pt x="571231" y="2171132"/>
                </a:lnTo>
                <a:lnTo>
                  <a:pt x="558109" y="2171132"/>
                </a:lnTo>
                <a:lnTo>
                  <a:pt x="13122" y="2171132"/>
                </a:lnTo>
                <a:lnTo>
                  <a:pt x="0" y="2171132"/>
                </a:lnTo>
                <a:close/>
              </a:path>
            </a:pathLst>
          </a:custGeom>
          <a:solidFill>
            <a:srgbClr val="6CF479"/>
          </a:solidFill>
        </p:spPr>
        <p:txBody>
          <a:bodyPr wrap="square" lIns="216000" tIns="144000" rIns="252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9">
            <a:extLst>
              <a:ext uri="{FF2B5EF4-FFF2-40B4-BE49-F238E27FC236}">
                <a16:creationId xmlns:a16="http://schemas.microsoft.com/office/drawing/2014/main" id="{A56F15F3-E97E-9CD7-6F64-4988071CA2C0}"/>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BFB2118D-60F4-31FC-0AB3-678D6FA31079}"/>
              </a:ext>
            </a:extLst>
          </p:cNvPr>
          <p:cNvSpPr>
            <a:spLocks noGrp="1"/>
          </p:cNvSpPr>
          <p:nvPr>
            <p:ph type="dt" sz="half" idx="12"/>
          </p:nvPr>
        </p:nvSpPr>
        <p:spPr/>
        <p:txBody>
          <a:bodyPr/>
          <a:lstStyle/>
          <a:p>
            <a:fld id="{9509AC16-4597-4703-88D6-BCD7199FEFD1}" type="datetime3">
              <a:rPr lang="en-GB" smtClean="0"/>
              <a:t>3 August, 2026</a:t>
            </a:fld>
            <a:endParaRPr lang="en-GB"/>
          </a:p>
        </p:txBody>
      </p:sp>
      <p:sp>
        <p:nvSpPr>
          <p:cNvPr id="3" name="Footer Placeholder 2">
            <a:extLst>
              <a:ext uri="{FF2B5EF4-FFF2-40B4-BE49-F238E27FC236}">
                <a16:creationId xmlns:a16="http://schemas.microsoft.com/office/drawing/2014/main" id="{D286D568-7CEA-C139-7A13-832404EF039D}"/>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6" name="Rectangle 5">
            <a:extLst>
              <a:ext uri="{FF2B5EF4-FFF2-40B4-BE49-F238E27FC236}">
                <a16:creationId xmlns:a16="http://schemas.microsoft.com/office/drawing/2014/main" id="{4D1132E4-8AE8-F6F3-A0B6-F5C92246F212}"/>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colours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1856925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5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4161472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2_Two Boxed Content">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D751815A-DD25-1E6A-DFFD-275AC38D3815}"/>
              </a:ext>
            </a:extLst>
          </p:cNvPr>
          <p:cNvSpPr>
            <a:spLocks noGrp="1"/>
          </p:cNvSpPr>
          <p:nvPr>
            <p:ph type="title"/>
          </p:nvPr>
        </p:nvSpPr>
        <p:spPr/>
        <p:txBody>
          <a:bodyPr vert="horz"/>
          <a:lstStyle/>
          <a:p>
            <a:r>
              <a:rPr lang="en-GB"/>
              <a:t>Click to edit Master title style</a:t>
            </a:r>
          </a:p>
        </p:txBody>
      </p:sp>
      <p:sp>
        <p:nvSpPr>
          <p:cNvPr id="11" name="Content Placeholder 10">
            <a:extLst>
              <a:ext uri="{FF2B5EF4-FFF2-40B4-BE49-F238E27FC236}">
                <a16:creationId xmlns:a16="http://schemas.microsoft.com/office/drawing/2014/main" id="{3A309FE1-5BB4-A828-5924-92B8762A829C}"/>
              </a:ext>
            </a:extLst>
          </p:cNvPr>
          <p:cNvSpPr>
            <a:spLocks noGrp="1"/>
          </p:cNvSpPr>
          <p:nvPr>
            <p:ph sz="quarter" idx="13"/>
          </p:nvPr>
        </p:nvSpPr>
        <p:spPr>
          <a:xfrm>
            <a:off x="382590" y="1592264"/>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E5418A5E-DACA-97E1-6D53-DBAFA0B501BC}"/>
              </a:ext>
            </a:extLst>
          </p:cNvPr>
          <p:cNvSpPr>
            <a:spLocks noGrp="1"/>
          </p:cNvSpPr>
          <p:nvPr>
            <p:ph sz="quarter" idx="14"/>
          </p:nvPr>
        </p:nvSpPr>
        <p:spPr>
          <a:xfrm>
            <a:off x="6158094" y="1592264"/>
            <a:ext cx="5635445" cy="4502150"/>
          </a:xfrm>
          <a:custGeom>
            <a:avLst/>
            <a:gdLst>
              <a:gd name="connsiteX0" fmla="*/ 110258 w 5635445"/>
              <a:gd name="connsiteY0" fmla="*/ 0 h 4502150"/>
              <a:gd name="connsiteX1" fmla="*/ 5525187 w 5635445"/>
              <a:gd name="connsiteY1" fmla="*/ 0 h 4502150"/>
              <a:gd name="connsiteX2" fmla="*/ 5635445 w 5635445"/>
              <a:gd name="connsiteY2" fmla="*/ 110258 h 4502150"/>
              <a:gd name="connsiteX3" fmla="*/ 5635445 w 5635445"/>
              <a:gd name="connsiteY3" fmla="*/ 4391892 h 4502150"/>
              <a:gd name="connsiteX4" fmla="*/ 5525187 w 5635445"/>
              <a:gd name="connsiteY4" fmla="*/ 4502150 h 4502150"/>
              <a:gd name="connsiteX5" fmla="*/ 110258 w 5635445"/>
              <a:gd name="connsiteY5" fmla="*/ 4502150 h 4502150"/>
              <a:gd name="connsiteX6" fmla="*/ 0 w 5635445"/>
              <a:gd name="connsiteY6" fmla="*/ 4391892 h 4502150"/>
              <a:gd name="connsiteX7" fmla="*/ 0 w 5635445"/>
              <a:gd name="connsiteY7" fmla="*/ 110258 h 4502150"/>
              <a:gd name="connsiteX8" fmla="*/ 110258 w 563544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35445" h="4502150">
                <a:moveTo>
                  <a:pt x="110258" y="0"/>
                </a:moveTo>
                <a:lnTo>
                  <a:pt x="5525187" y="0"/>
                </a:lnTo>
                <a:cubicBezTo>
                  <a:pt x="5586081" y="0"/>
                  <a:pt x="5635445" y="49364"/>
                  <a:pt x="5635445" y="110258"/>
                </a:cubicBezTo>
                <a:lnTo>
                  <a:pt x="5635445" y="4391892"/>
                </a:lnTo>
                <a:cubicBezTo>
                  <a:pt x="5635445" y="4452786"/>
                  <a:pt x="5586081" y="4502150"/>
                  <a:pt x="5525187" y="4502150"/>
                </a:cubicBezTo>
                <a:lnTo>
                  <a:pt x="110258" y="4502150"/>
                </a:lnTo>
                <a:cubicBezTo>
                  <a:pt x="49364" y="4502150"/>
                  <a:pt x="0" y="4452786"/>
                  <a:pt x="0" y="4391892"/>
                </a:cubicBezTo>
                <a:lnTo>
                  <a:pt x="0" y="110258"/>
                </a:lnTo>
                <a:cubicBezTo>
                  <a:pt x="0" y="49364"/>
                  <a:pt x="49364" y="0"/>
                  <a:pt x="110258"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5755C8C2-4351-C268-D581-128090E73B87}"/>
              </a:ext>
            </a:extLst>
          </p:cNvPr>
          <p:cNvSpPr>
            <a:spLocks noGrp="1"/>
          </p:cNvSpPr>
          <p:nvPr>
            <p:ph type="body" sz="quarter" idx="15"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92218E3C-4823-4F89-A60E-2C0500200A2D}"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81528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8_8 Box Content ">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7973C4E-1417-087F-6A33-0E853D4E2BBD}"/>
              </a:ext>
            </a:extLst>
          </p:cNvPr>
          <p:cNvSpPr>
            <a:spLocks noGrp="1"/>
          </p:cNvSpPr>
          <p:nvPr>
            <p:ph type="title"/>
          </p:nvPr>
        </p:nvSpPr>
        <p:spPr/>
        <p:txBody>
          <a:bodyPr vert="horz"/>
          <a:lstStyle/>
          <a:p>
            <a:r>
              <a:rPr lang="en-GB"/>
              <a:t>Click to edit Master title style</a:t>
            </a:r>
          </a:p>
        </p:txBody>
      </p:sp>
      <p:sp>
        <p:nvSpPr>
          <p:cNvPr id="26" name="Content Placeholder 25">
            <a:extLst>
              <a:ext uri="{FF2B5EF4-FFF2-40B4-BE49-F238E27FC236}">
                <a16:creationId xmlns:a16="http://schemas.microsoft.com/office/drawing/2014/main" id="{833BC742-D40C-1DEA-4244-EF021366FFF6}"/>
              </a:ext>
            </a:extLst>
          </p:cNvPr>
          <p:cNvSpPr>
            <a:spLocks noGrp="1"/>
          </p:cNvSpPr>
          <p:nvPr>
            <p:ph sz="quarter" idx="13"/>
          </p:nvPr>
        </p:nvSpPr>
        <p:spPr>
          <a:xfrm>
            <a:off x="3825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7" name="Content Placeholder 26">
            <a:extLst>
              <a:ext uri="{FF2B5EF4-FFF2-40B4-BE49-F238E27FC236}">
                <a16:creationId xmlns:a16="http://schemas.microsoft.com/office/drawing/2014/main" id="{010ACC1A-0EBE-E7E4-6129-12E33033C092}"/>
              </a:ext>
            </a:extLst>
          </p:cNvPr>
          <p:cNvSpPr>
            <a:spLocks noGrp="1"/>
          </p:cNvSpPr>
          <p:nvPr>
            <p:ph sz="quarter" idx="14"/>
          </p:nvPr>
        </p:nvSpPr>
        <p:spPr>
          <a:xfrm>
            <a:off x="32781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8" name="Content Placeholder 27">
            <a:extLst>
              <a:ext uri="{FF2B5EF4-FFF2-40B4-BE49-F238E27FC236}">
                <a16:creationId xmlns:a16="http://schemas.microsoft.com/office/drawing/2014/main" id="{2E996EA8-76E4-1055-8B50-BB5B9F8377F2}"/>
              </a:ext>
            </a:extLst>
          </p:cNvPr>
          <p:cNvSpPr>
            <a:spLocks noGrp="1"/>
          </p:cNvSpPr>
          <p:nvPr>
            <p:ph sz="quarter" idx="15"/>
          </p:nvPr>
        </p:nvSpPr>
        <p:spPr>
          <a:xfrm>
            <a:off x="61737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9" name="Content Placeholder 28">
            <a:extLst>
              <a:ext uri="{FF2B5EF4-FFF2-40B4-BE49-F238E27FC236}">
                <a16:creationId xmlns:a16="http://schemas.microsoft.com/office/drawing/2014/main" id="{0E1FD717-821B-04EE-3F39-B75110B78D2E}"/>
              </a:ext>
            </a:extLst>
          </p:cNvPr>
          <p:cNvSpPr>
            <a:spLocks noGrp="1"/>
          </p:cNvSpPr>
          <p:nvPr>
            <p:ph sz="quarter" idx="16"/>
          </p:nvPr>
        </p:nvSpPr>
        <p:spPr>
          <a:xfrm>
            <a:off x="9069387" y="1592264"/>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0" name="Content Placeholder 29">
            <a:extLst>
              <a:ext uri="{FF2B5EF4-FFF2-40B4-BE49-F238E27FC236}">
                <a16:creationId xmlns:a16="http://schemas.microsoft.com/office/drawing/2014/main" id="{FFE27968-0433-1CC8-D73B-207828541E7B}"/>
              </a:ext>
            </a:extLst>
          </p:cNvPr>
          <p:cNvSpPr>
            <a:spLocks noGrp="1"/>
          </p:cNvSpPr>
          <p:nvPr>
            <p:ph sz="quarter" idx="17"/>
          </p:nvPr>
        </p:nvSpPr>
        <p:spPr>
          <a:xfrm>
            <a:off x="3825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1" name="Content Placeholder 30">
            <a:extLst>
              <a:ext uri="{FF2B5EF4-FFF2-40B4-BE49-F238E27FC236}">
                <a16:creationId xmlns:a16="http://schemas.microsoft.com/office/drawing/2014/main" id="{1C1AED4B-840D-C0C5-4030-B56AFAEF4F6F}"/>
              </a:ext>
            </a:extLst>
          </p:cNvPr>
          <p:cNvSpPr>
            <a:spLocks noGrp="1"/>
          </p:cNvSpPr>
          <p:nvPr>
            <p:ph sz="quarter" idx="18"/>
          </p:nvPr>
        </p:nvSpPr>
        <p:spPr>
          <a:xfrm>
            <a:off x="32781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2" name="Content Placeholder 31">
            <a:extLst>
              <a:ext uri="{FF2B5EF4-FFF2-40B4-BE49-F238E27FC236}">
                <a16:creationId xmlns:a16="http://schemas.microsoft.com/office/drawing/2014/main" id="{EBD65AA3-9F18-4DBD-6E3C-E5EC70199C20}"/>
              </a:ext>
            </a:extLst>
          </p:cNvPr>
          <p:cNvSpPr>
            <a:spLocks noGrp="1"/>
          </p:cNvSpPr>
          <p:nvPr>
            <p:ph sz="quarter" idx="19"/>
          </p:nvPr>
        </p:nvSpPr>
        <p:spPr>
          <a:xfrm>
            <a:off x="61737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Content Placeholder 32">
            <a:extLst>
              <a:ext uri="{FF2B5EF4-FFF2-40B4-BE49-F238E27FC236}">
                <a16:creationId xmlns:a16="http://schemas.microsoft.com/office/drawing/2014/main" id="{EF6C248B-EB2A-D27E-2D6A-25773C25BF55}"/>
              </a:ext>
            </a:extLst>
          </p:cNvPr>
          <p:cNvSpPr>
            <a:spLocks noGrp="1"/>
          </p:cNvSpPr>
          <p:nvPr>
            <p:ph sz="quarter" idx="20"/>
          </p:nvPr>
        </p:nvSpPr>
        <p:spPr>
          <a:xfrm>
            <a:off x="9069387" y="3929063"/>
            <a:ext cx="2725738" cy="2167606"/>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wrap="square" lIns="144000" tIns="144000" rIns="252000">
            <a:noAutofit/>
          </a:bodyPr>
          <a:lstStyle>
            <a:lvl2pPr>
              <a:defRPr sz="1400"/>
            </a:lvl2pPr>
            <a:lvl3pPr>
              <a:defRPr sz="12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4D4DABB2-D123-5DFD-CD53-FBB7050A8D8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415891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11_Title Slide (Pattern panel)">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9A3CC9-B675-0E7A-EB6D-5346135D88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9871" r="25144"/>
          <a:stretch/>
        </p:blipFill>
        <p:spPr>
          <a:xfrm rot="5400000">
            <a:off x="5715002" y="381001"/>
            <a:ext cx="6857998" cy="6096000"/>
          </a:xfrm>
          <a:prstGeom prst="rect">
            <a:avLst/>
          </a:prstGeom>
        </p:spPr>
      </p:pic>
      <p:pic>
        <p:nvPicPr>
          <p:cNvPr id="7" name="Graphic 6" descr="Lloyds Banking Group logo">
            <a:extLst>
              <a:ext uri="{FF2B5EF4-FFF2-40B4-BE49-F238E27FC236}">
                <a16:creationId xmlns:a16="http://schemas.microsoft.com/office/drawing/2014/main" id="{79EB8FA3-14B3-E29C-C1AF-A30A71E285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F8D3585D-EB60-4C76-BF44-EEF86963CA2C}"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31" name="Rectangle 30">
            <a:extLst>
              <a:ext uri="{FF2B5EF4-FFF2-40B4-BE49-F238E27FC236}">
                <a16:creationId xmlns:a16="http://schemas.microsoft.com/office/drawing/2014/main" id="{B0B1C338-4C1F-FC3D-EC14-3298FD64F3C5}"/>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389230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3_Title Slide (Image panel)">
    <p:bg>
      <p:bgPr>
        <a:solidFill>
          <a:schemeClr val="bg1"/>
        </a:solidFill>
        <a:effectLst/>
      </p:bgPr>
    </p:bg>
    <p:spTree>
      <p:nvGrpSpPr>
        <p:cNvPr id="1" name=""/>
        <p:cNvGrpSpPr/>
        <p:nvPr/>
      </p:nvGrpSpPr>
      <p:grpSpPr>
        <a:xfrm>
          <a:off x="0" y="0"/>
          <a:ext cx="0" cy="0"/>
          <a:chOff x="0" y="0"/>
          <a:chExt cx="0" cy="0"/>
        </a:xfrm>
      </p:grpSpPr>
      <p:pic>
        <p:nvPicPr>
          <p:cNvPr id="14" name="Graphic 13" descr="Lloyds Banking Group logo">
            <a:extLst>
              <a:ext uri="{FF2B5EF4-FFF2-40B4-BE49-F238E27FC236}">
                <a16:creationId xmlns:a16="http://schemas.microsoft.com/office/drawing/2014/main" id="{D582348C-7692-F2C1-83E3-367A607F315A}"/>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47998" y="527129"/>
            <a:ext cx="1320657" cy="1113182"/>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377441"/>
            <a:ext cx="4920932" cy="263144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7" name="Picture Placeholder 6">
            <a:extLst>
              <a:ext uri="{FF2B5EF4-FFF2-40B4-BE49-F238E27FC236}">
                <a16:creationId xmlns:a16="http://schemas.microsoft.com/office/drawing/2014/main" id="{17CA09D6-92BC-53CA-6F36-90FD65F4E859}"/>
              </a:ext>
            </a:extLst>
          </p:cNvPr>
          <p:cNvSpPr>
            <a:spLocks noGrp="1"/>
          </p:cNvSpPr>
          <p:nvPr>
            <p:ph type="pic" sz="quarter" idx="13"/>
          </p:nvPr>
        </p:nvSpPr>
        <p:spPr>
          <a:xfrm>
            <a:off x="6096000" y="0"/>
            <a:ext cx="6096000" cy="6858000"/>
          </a:xfrm>
          <a:noFill/>
        </p:spPr>
        <p:txBody>
          <a:bodyPr/>
          <a:lstStyle/>
          <a:p>
            <a:r>
              <a:rPr lang="en-GB"/>
              <a:t>Click icon to add picture</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83ECB52E-8432-4F09-9CC9-668D71B36CEE}"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87606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3_Title Slide (Full blee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77D942-9A9A-46E5-40A2-3F0F26A49BC4}"/>
              </a:ext>
              <a:ext uri="{C183D7F6-B498-43B3-948B-1728B52AA6E4}">
                <adec:decorative xmlns:adec="http://schemas.microsoft.com/office/drawing/2017/decorative" val="1"/>
              </a:ext>
            </a:extLst>
          </p:cNvPr>
          <p:cNvSpPr/>
          <p:nvPr userDrawn="1"/>
        </p:nvSpPr>
        <p:spPr>
          <a:xfrm>
            <a:off x="0" y="2"/>
            <a:ext cx="12192000" cy="3393325"/>
          </a:xfrm>
          <a:prstGeom prst="rect">
            <a:avLst/>
          </a:prstGeom>
          <a:gradFill>
            <a:gsLst>
              <a:gs pos="1000">
                <a:schemeClr val="bg1">
                  <a:alpha val="62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
        <p:nvSpPr>
          <p:cNvPr id="15" name="Title 14">
            <a:extLst>
              <a:ext uri="{FF2B5EF4-FFF2-40B4-BE49-F238E27FC236}">
                <a16:creationId xmlns:a16="http://schemas.microsoft.com/office/drawing/2014/main" id="{3B4209EC-FE27-C57D-39A4-CC8F78966AF2}"/>
              </a:ext>
            </a:extLst>
          </p:cNvPr>
          <p:cNvSpPr>
            <a:spLocks noGrp="1"/>
          </p:cNvSpPr>
          <p:nvPr>
            <p:ph type="title"/>
          </p:nvPr>
        </p:nvSpPr>
        <p:spPr>
          <a:xfrm>
            <a:off x="838200" y="1958975"/>
            <a:ext cx="10515600" cy="1377950"/>
          </a:xfrm>
          <a:prstGeom prst="rect">
            <a:avLst/>
          </a:prstGeom>
        </p:spPr>
        <p:txBody>
          <a:bodyPr vert="horz" anchor="ctr"/>
          <a:lstStyle>
            <a:lvl1pPr algn="ctr">
              <a:defRPr sz="4400" spc="-20" baseline="0">
                <a:latin typeface="GT Ultra Median Lloyds Black" panose="020B0604020202020204" charset="0"/>
              </a:defRPr>
            </a:lvl1pPr>
          </a:lstStyle>
          <a:p>
            <a:r>
              <a:rPr lang="en-GB"/>
              <a:t>Click to edit Master title style</a:t>
            </a:r>
          </a:p>
        </p:txBody>
      </p:sp>
      <p:sp>
        <p:nvSpPr>
          <p:cNvPr id="25" name="Text Placeholder 3">
            <a:extLst>
              <a:ext uri="{FF2B5EF4-FFF2-40B4-BE49-F238E27FC236}">
                <a16:creationId xmlns:a16="http://schemas.microsoft.com/office/drawing/2014/main" id="{64E83FE9-10F3-9789-FA30-B0A08C7E037E}"/>
              </a:ext>
            </a:extLst>
          </p:cNvPr>
          <p:cNvSpPr>
            <a:spLocks noGrp="1"/>
          </p:cNvSpPr>
          <p:nvPr>
            <p:ph type="body" sz="quarter" idx="10"/>
          </p:nvPr>
        </p:nvSpPr>
        <p:spPr>
          <a:xfrm>
            <a:off x="838200" y="3393325"/>
            <a:ext cx="10515600" cy="773765"/>
          </a:xfrm>
        </p:spPr>
        <p:txBody>
          <a:bodyPr anchor="ctr"/>
          <a:lstStyle>
            <a:lvl1pPr algn="ctr">
              <a:lnSpc>
                <a:spcPct val="100000"/>
              </a:lnSpc>
              <a:defRPr b="0"/>
            </a:lvl1pPr>
          </a:lstStyle>
          <a:p>
            <a:pPr lvl="0"/>
            <a:r>
              <a:rPr lang="en-GB"/>
              <a:t>Click to edit Master text styles</a:t>
            </a:r>
          </a:p>
        </p:txBody>
      </p:sp>
      <p:sp>
        <p:nvSpPr>
          <p:cNvPr id="29" name="Date Placeholder 28">
            <a:extLst>
              <a:ext uri="{FF2B5EF4-FFF2-40B4-BE49-F238E27FC236}">
                <a16:creationId xmlns:a16="http://schemas.microsoft.com/office/drawing/2014/main" id="{1ECD8488-AAC7-7FD3-8B59-DE9A6DCA1A78}"/>
              </a:ext>
            </a:extLst>
          </p:cNvPr>
          <p:cNvSpPr>
            <a:spLocks noGrp="1"/>
          </p:cNvSpPr>
          <p:nvPr>
            <p:ph type="dt" sz="half" idx="15"/>
          </p:nvPr>
        </p:nvSpPr>
        <p:spPr>
          <a:xfrm>
            <a:off x="4724400" y="4223492"/>
            <a:ext cx="2743200" cy="220763"/>
          </a:xfrm>
        </p:spPr>
        <p:txBody>
          <a:bodyPr/>
          <a:lstStyle>
            <a:lvl1pPr algn="ctr">
              <a:defRPr sz="1200" b="0"/>
            </a:lvl1pPr>
          </a:lstStyle>
          <a:p>
            <a:fld id="{3DAE49FE-D209-4CE2-A110-9E636A10F85D}" type="datetime3">
              <a:rPr lang="en-GB" smtClean="0"/>
              <a:t>3 August, 2026</a:t>
            </a:fld>
            <a:endParaRPr lang="en-GB"/>
          </a:p>
        </p:txBody>
      </p:sp>
      <p:sp>
        <p:nvSpPr>
          <p:cNvPr id="8" name="Rectangle 7">
            <a:extLst>
              <a:ext uri="{FF2B5EF4-FFF2-40B4-BE49-F238E27FC236}">
                <a16:creationId xmlns:a16="http://schemas.microsoft.com/office/drawing/2014/main" id="{89091BB0-B54E-4658-48EE-DC15E38DA1CA}"/>
              </a:ext>
            </a:extLst>
          </p:cNvPr>
          <p:cNvSpPr/>
          <p:nvPr/>
        </p:nvSpPr>
        <p:spPr>
          <a:xfrm>
            <a:off x="0" y="6959600"/>
            <a:ext cx="10535920" cy="487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marL="0" marR="0" lvl="0" indent="0" algn="l" defTabSz="914426" eaLnBrk="1" fontAlgn="auto" latinLnBrk="0" hangingPunct="1">
              <a:lnSpc>
                <a:spcPct val="100000"/>
              </a:lnSpc>
              <a:spcBef>
                <a:spcPts val="0"/>
              </a:spcBef>
              <a:spcAft>
                <a:spcPts val="0"/>
              </a:spcAft>
              <a:buClrTx/>
              <a:buSzTx/>
              <a:buFontTx/>
              <a:buNone/>
              <a:tabLst/>
              <a:defRPr/>
            </a:pPr>
            <a:r>
              <a:rPr lang="en-GB" sz="1050"/>
              <a:t>Choose background images which have the focal point towards the lower end of the slide as the text is housed towards the top. </a:t>
            </a:r>
            <a:r>
              <a:rPr lang="en-US" sz="1050"/>
              <a:t>To change the background image: Right-click the slide &gt; Format Background &gt; Picture or texture fill &gt; Picture Source &gt; Insert… browse to your chosen image, click Open.</a:t>
            </a:r>
          </a:p>
        </p:txBody>
      </p:sp>
    </p:spTree>
    <p:extLst>
      <p:ext uri="{BB962C8B-B14F-4D97-AF65-F5344CB8AC3E}">
        <p14:creationId xmlns:p14="http://schemas.microsoft.com/office/powerpoint/2010/main" val="228829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2_Title Slide (Pattern 01)">
    <p:bg>
      <p:bgPr>
        <a:solidFill>
          <a:srgbClr val="11B67A"/>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300310A-6FD5-072E-5093-6401F2B8DF11}"/>
              </a:ext>
              <a:ext uri="{C183D7F6-B498-43B3-948B-1728B52AA6E4}">
                <adec:decorative xmlns:adec="http://schemas.microsoft.com/office/drawing/2017/decorative" val="1"/>
              </a:ext>
            </a:extLst>
          </p:cNvPr>
          <p:cNvSpPr/>
          <p:nvPr userDrawn="1"/>
        </p:nvSpPr>
        <p:spPr>
          <a:xfrm>
            <a:off x="6807518" y="30815"/>
            <a:ext cx="5384482" cy="6827189"/>
          </a:xfrm>
          <a:custGeom>
            <a:avLst/>
            <a:gdLst>
              <a:gd name="connsiteX0" fmla="*/ 5384482 w 5384482"/>
              <a:gd name="connsiteY0" fmla="*/ 0 h 6827189"/>
              <a:gd name="connsiteX1" fmla="*/ 5384482 w 5384482"/>
              <a:gd name="connsiteY1" fmla="*/ 2442051 h 6827189"/>
              <a:gd name="connsiteX2" fmla="*/ 5292182 w 5384482"/>
              <a:gd name="connsiteY2" fmla="*/ 2543613 h 6827189"/>
              <a:gd name="connsiteX3" fmla="*/ 4076538 w 5384482"/>
              <a:gd name="connsiteY3" fmla="*/ 6600244 h 6827189"/>
              <a:gd name="connsiteX4" fmla="*/ 2582476 w 5384482"/>
              <a:gd name="connsiteY4" fmla="*/ 4314003 h 6827189"/>
              <a:gd name="connsiteX5" fmla="*/ 1066277 w 5384482"/>
              <a:gd name="connsiteY5" fmla="*/ 6637057 h 6827189"/>
              <a:gd name="connsiteX6" fmla="*/ 1009989 w 5384482"/>
              <a:gd name="connsiteY6" fmla="*/ 6827189 h 6827189"/>
              <a:gd name="connsiteX7" fmla="*/ 0 w 5384482"/>
              <a:gd name="connsiteY7" fmla="*/ 6827189 h 6827189"/>
              <a:gd name="connsiteX8" fmla="*/ 11499 w 5384482"/>
              <a:gd name="connsiteY8" fmla="*/ 6464569 h 6827189"/>
              <a:gd name="connsiteX9" fmla="*/ 5011711 w 5384482"/>
              <a:gd name="connsiteY9" fmla="*/ 152841 h 682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4482" h="6827189">
                <a:moveTo>
                  <a:pt x="5384482" y="0"/>
                </a:moveTo>
                <a:lnTo>
                  <a:pt x="5384482" y="2442051"/>
                </a:lnTo>
                <a:lnTo>
                  <a:pt x="5292182" y="2543613"/>
                </a:lnTo>
                <a:cubicBezTo>
                  <a:pt x="4383958" y="3600892"/>
                  <a:pt x="3887904" y="4964383"/>
                  <a:pt x="4076538" y="6600244"/>
                </a:cubicBezTo>
                <a:cubicBezTo>
                  <a:pt x="3227190" y="5992113"/>
                  <a:pt x="2806380" y="5114502"/>
                  <a:pt x="2582476" y="4314003"/>
                </a:cubicBezTo>
                <a:cubicBezTo>
                  <a:pt x="1903321" y="4816303"/>
                  <a:pt x="1389142" y="5646798"/>
                  <a:pt x="1066277" y="6637057"/>
                </a:cubicBezTo>
                <a:lnTo>
                  <a:pt x="1009989" y="6827189"/>
                </a:lnTo>
                <a:lnTo>
                  <a:pt x="0" y="6827189"/>
                </a:lnTo>
                <a:lnTo>
                  <a:pt x="11499" y="6464569"/>
                </a:lnTo>
                <a:cubicBezTo>
                  <a:pt x="179272" y="3686095"/>
                  <a:pt x="2150889" y="1398452"/>
                  <a:pt x="5011711" y="152841"/>
                </a:cubicBezTo>
                <a:close/>
              </a:path>
            </a:pathLst>
          </a:custGeom>
          <a:solidFill>
            <a:srgbClr val="6CF479"/>
          </a:solidFill>
          <a:ln w="0" cap="flat">
            <a:noFill/>
            <a:prstDash val="solid"/>
            <a:miter/>
          </a:ln>
        </p:spPr>
        <p:txBody>
          <a:bodyPr wrap="square" rtlCol="0" anchor="ctr">
            <a:noAutofit/>
          </a:bodyPr>
          <a:lstStyle/>
          <a:p>
            <a:endParaRPr lang="en-GB" sz="1092"/>
          </a:p>
        </p:txBody>
      </p:sp>
      <p:pic>
        <p:nvPicPr>
          <p:cNvPr id="5" name="Graphic 4" descr="Lloyds Banking Group logo">
            <a:extLst>
              <a:ext uri="{FF2B5EF4-FFF2-40B4-BE49-F238E27FC236}">
                <a16:creationId xmlns:a16="http://schemas.microsoft.com/office/drawing/2014/main" id="{1FD95BB2-B6B9-2639-1826-3AB53983EE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40" name="Title 14">
            <a:extLst>
              <a:ext uri="{FF2B5EF4-FFF2-40B4-BE49-F238E27FC236}">
                <a16:creationId xmlns:a16="http://schemas.microsoft.com/office/drawing/2014/main" id="{B6FAFA17-677E-B803-2E6C-456CFBDE629B}"/>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39" name="Text Placeholder 3">
            <a:extLst>
              <a:ext uri="{FF2B5EF4-FFF2-40B4-BE49-F238E27FC236}">
                <a16:creationId xmlns:a16="http://schemas.microsoft.com/office/drawing/2014/main" id="{76B6223B-C824-CE71-7DD2-F9A6CD6AE079}"/>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tx1"/>
                </a:solidFill>
              </a:defRPr>
            </a:lvl1pPr>
          </a:lstStyle>
          <a:p>
            <a:pPr lvl="0"/>
            <a:r>
              <a:rPr lang="en-GB"/>
              <a:t>Click to edit Master text styles</a:t>
            </a:r>
          </a:p>
        </p:txBody>
      </p:sp>
      <p:sp>
        <p:nvSpPr>
          <p:cNvPr id="9" name="Date Placeholder 4">
            <a:extLst>
              <a:ext uri="{FF2B5EF4-FFF2-40B4-BE49-F238E27FC236}">
                <a16:creationId xmlns:a16="http://schemas.microsoft.com/office/drawing/2014/main" id="{A1F128EB-58EE-97F8-1BFD-208F88D8C752}"/>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147A310B-6144-4DAF-8BDB-A887EAE8D24F}"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637841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2_Title Slide (Pattern 02)">
    <p:bg>
      <p:bgPr>
        <a:solidFill>
          <a:srgbClr val="006A4D"/>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0BAE79C-80E4-9C50-50CC-E7CAE35A6DB9}"/>
              </a:ext>
              <a:ext uri="{C183D7F6-B498-43B3-948B-1728B52AA6E4}">
                <adec:decorative xmlns:adec="http://schemas.microsoft.com/office/drawing/2017/decorative" val="1"/>
              </a:ext>
            </a:extLst>
          </p:cNvPr>
          <p:cNvSpPr/>
          <p:nvPr/>
        </p:nvSpPr>
        <p:spPr>
          <a:xfrm rot="16200000">
            <a:off x="5932748" y="598746"/>
            <a:ext cx="6863839" cy="5654669"/>
          </a:xfrm>
          <a:custGeom>
            <a:avLst/>
            <a:gdLst>
              <a:gd name="connsiteX0" fmla="*/ 6863839 w 6863839"/>
              <a:gd name="connsiteY0" fmla="*/ 1044693 h 5654669"/>
              <a:gd name="connsiteX1" fmla="*/ 6863839 w 6863839"/>
              <a:gd name="connsiteY1" fmla="*/ 5654669 h 5654669"/>
              <a:gd name="connsiteX2" fmla="*/ 5334051 w 6863839"/>
              <a:gd name="connsiteY2" fmla="*/ 5654669 h 5654669"/>
              <a:gd name="connsiteX3" fmla="*/ 5335786 w 6863839"/>
              <a:gd name="connsiteY3" fmla="*/ 5651484 h 5654669"/>
              <a:gd name="connsiteX4" fmla="*/ 5463273 w 6863839"/>
              <a:gd name="connsiteY4" fmla="*/ 4972474 h 5654669"/>
              <a:gd name="connsiteX5" fmla="*/ 4115919 w 6863839"/>
              <a:gd name="connsiteY5" fmla="*/ 4162776 h 5654669"/>
              <a:gd name="connsiteX6" fmla="*/ 3190007 w 6863839"/>
              <a:gd name="connsiteY6" fmla="*/ 4923920 h 5654669"/>
              <a:gd name="connsiteX7" fmla="*/ 3072134 w 6863839"/>
              <a:gd name="connsiteY7" fmla="*/ 3534852 h 5654669"/>
              <a:gd name="connsiteX8" fmla="*/ 3070447 w 6863839"/>
              <a:gd name="connsiteY8" fmla="*/ 3526396 h 5654669"/>
              <a:gd name="connsiteX9" fmla="*/ 119279 w 6863839"/>
              <a:gd name="connsiteY9" fmla="*/ 5543184 h 5654669"/>
              <a:gd name="connsiteX10" fmla="*/ 0 w 6863839"/>
              <a:gd name="connsiteY10" fmla="*/ 5589550 h 5654669"/>
              <a:gd name="connsiteX11" fmla="*/ 0 w 6863839"/>
              <a:gd name="connsiteY11" fmla="*/ 3119143 h 5654669"/>
              <a:gd name="connsiteX12" fmla="*/ 96697 w 6863839"/>
              <a:gd name="connsiteY12" fmla="*/ 3052260 h 5654669"/>
              <a:gd name="connsiteX13" fmla="*/ 4032513 w 6863839"/>
              <a:gd name="connsiteY13" fmla="*/ 67165 h 5654669"/>
              <a:gd name="connsiteX14" fmla="*/ 6863839 w 6863839"/>
              <a:gd name="connsiteY14" fmla="*/ 1044693 h 565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63839" h="5654669">
                <a:moveTo>
                  <a:pt x="6863839" y="1044693"/>
                </a:moveTo>
                <a:lnTo>
                  <a:pt x="6863839" y="5654669"/>
                </a:lnTo>
                <a:lnTo>
                  <a:pt x="5334051" y="5654669"/>
                </a:lnTo>
                <a:lnTo>
                  <a:pt x="5335786" y="5651484"/>
                </a:lnTo>
                <a:cubicBezTo>
                  <a:pt x="5450360" y="5420486"/>
                  <a:pt x="5506528" y="5189216"/>
                  <a:pt x="5463273" y="4972474"/>
                </a:cubicBezTo>
                <a:cubicBezTo>
                  <a:pt x="5354092" y="4425464"/>
                  <a:pt x="4806153" y="4025019"/>
                  <a:pt x="4115919" y="4162776"/>
                </a:cubicBezTo>
                <a:cubicBezTo>
                  <a:pt x="3714098" y="4242974"/>
                  <a:pt x="3307645" y="4507442"/>
                  <a:pt x="3190007" y="4923920"/>
                </a:cubicBezTo>
                <a:cubicBezTo>
                  <a:pt x="2757851" y="4726396"/>
                  <a:pt x="2578261" y="4033977"/>
                  <a:pt x="3072134" y="3534852"/>
                </a:cubicBezTo>
                <a:lnTo>
                  <a:pt x="3070447" y="3526396"/>
                </a:lnTo>
                <a:cubicBezTo>
                  <a:pt x="1884745" y="3763056"/>
                  <a:pt x="1235648" y="5042001"/>
                  <a:pt x="119279" y="5543184"/>
                </a:cubicBezTo>
                <a:lnTo>
                  <a:pt x="0" y="5589550"/>
                </a:lnTo>
                <a:lnTo>
                  <a:pt x="0" y="3119143"/>
                </a:lnTo>
                <a:lnTo>
                  <a:pt x="96697" y="3052260"/>
                </a:lnTo>
                <a:cubicBezTo>
                  <a:pt x="1138473" y="2245439"/>
                  <a:pt x="2100097" y="452853"/>
                  <a:pt x="4032513" y="67165"/>
                </a:cubicBezTo>
                <a:cubicBezTo>
                  <a:pt x="5248670" y="-175563"/>
                  <a:pt x="6233389" y="260012"/>
                  <a:pt x="6863839" y="1044693"/>
                </a:cubicBezTo>
                <a:close/>
              </a:path>
            </a:pathLst>
          </a:custGeom>
          <a:solidFill>
            <a:schemeClr val="tx1"/>
          </a:solidFill>
          <a:ln w="0" cap="flat">
            <a:noFill/>
            <a:prstDash val="solid"/>
            <a:miter/>
          </a:ln>
        </p:spPr>
        <p:txBody>
          <a:bodyPr rtlCol="0" anchor="ctr"/>
          <a:lstStyle/>
          <a:p>
            <a:endParaRPr lang="en-GB" sz="1092"/>
          </a:p>
        </p:txBody>
      </p:sp>
      <p:pic>
        <p:nvPicPr>
          <p:cNvPr id="6" name="Graphic 5" descr="Lloyds Banking Group logo">
            <a:extLst>
              <a:ext uri="{FF2B5EF4-FFF2-40B4-BE49-F238E27FC236}">
                <a16:creationId xmlns:a16="http://schemas.microsoft.com/office/drawing/2014/main" id="{562025A7-4E7B-BEB8-F588-D686A44394A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589" y="527129"/>
            <a:ext cx="1320657" cy="1113182"/>
          </a:xfrm>
          <a:prstGeom prst="rect">
            <a:avLst/>
          </a:prstGeom>
        </p:spPr>
      </p:pic>
      <p:sp>
        <p:nvSpPr>
          <p:cNvPr id="11" name="Title 14">
            <a:extLst>
              <a:ext uri="{FF2B5EF4-FFF2-40B4-BE49-F238E27FC236}">
                <a16:creationId xmlns:a16="http://schemas.microsoft.com/office/drawing/2014/main" id="{7F63FC19-0049-335A-1512-9ED29668D051}"/>
              </a:ext>
            </a:extLst>
          </p:cNvPr>
          <p:cNvSpPr>
            <a:spLocks noGrp="1"/>
          </p:cNvSpPr>
          <p:nvPr>
            <p:ph type="title"/>
          </p:nvPr>
        </p:nvSpPr>
        <p:spPr>
          <a:xfrm>
            <a:off x="382589" y="2231644"/>
            <a:ext cx="5629274" cy="2502916"/>
          </a:xfrm>
          <a:prstGeom prst="rect">
            <a:avLst/>
          </a:prstGeom>
        </p:spPr>
        <p:txBody>
          <a:bodyPr vert="horz" anchor="b"/>
          <a:lstStyle>
            <a:lvl1pPr algn="l">
              <a:lnSpc>
                <a:spcPct val="85000"/>
              </a:lnSpc>
              <a:defRPr sz="5400" spc="-20" baseline="0">
                <a:solidFill>
                  <a:schemeClr val="bg1"/>
                </a:solidFill>
                <a:latin typeface="GT Ultra Median Lloyds Black" panose="020B0604020202020204" charset="0"/>
              </a:defRPr>
            </a:lvl1pPr>
          </a:lstStyle>
          <a:p>
            <a:r>
              <a:rPr lang="en-GB"/>
              <a:t>Click to edit Master title style</a:t>
            </a:r>
          </a:p>
        </p:txBody>
      </p:sp>
      <p:sp>
        <p:nvSpPr>
          <p:cNvPr id="10" name="Text Placeholder 3">
            <a:extLst>
              <a:ext uri="{FF2B5EF4-FFF2-40B4-BE49-F238E27FC236}">
                <a16:creationId xmlns:a16="http://schemas.microsoft.com/office/drawing/2014/main" id="{BA563372-E422-BD5A-2885-C8B29415B5AB}"/>
              </a:ext>
            </a:extLst>
          </p:cNvPr>
          <p:cNvSpPr>
            <a:spLocks noGrp="1"/>
          </p:cNvSpPr>
          <p:nvPr>
            <p:ph type="body" sz="quarter" idx="13"/>
          </p:nvPr>
        </p:nvSpPr>
        <p:spPr>
          <a:xfrm>
            <a:off x="382588" y="4977047"/>
            <a:ext cx="5629274" cy="666260"/>
          </a:xfrm>
        </p:spPr>
        <p:txBody>
          <a:bodyPr anchor="t"/>
          <a:lstStyle>
            <a:lvl1pPr algn="l">
              <a:lnSpc>
                <a:spcPct val="100000"/>
              </a:lnSpc>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2084B48-07B0-E83D-4365-996F7A8E405D}"/>
              </a:ext>
            </a:extLst>
          </p:cNvPr>
          <p:cNvSpPr>
            <a:spLocks noGrp="1"/>
          </p:cNvSpPr>
          <p:nvPr>
            <p:ph type="dt" sz="half" idx="12"/>
          </p:nvPr>
        </p:nvSpPr>
        <p:spPr/>
        <p:txBody>
          <a:bodyPr/>
          <a:lstStyle>
            <a:lvl1pPr>
              <a:defRPr>
                <a:solidFill>
                  <a:schemeClr val="bg1"/>
                </a:solidFill>
              </a:defRPr>
            </a:lvl1pPr>
          </a:lstStyle>
          <a:p>
            <a:fld id="{EEA0D3B0-A935-4A9C-83B8-A65E38C9F618}"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4019980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3_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1"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sz="1092"/>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424280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4_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1"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sz="1092"/>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92266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5_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1"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sz="1092"/>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02044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6_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1"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sz="1092"/>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66049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4_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5"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sz="1092"/>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sz="1092"/>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277513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3_Title Slide (Expressive Cancara)">
    <p:bg>
      <p:bgPr>
        <a:solidFill>
          <a:srgbClr val="006A4D"/>
        </a:solidFill>
        <a:effectLst/>
      </p:bgPr>
    </p:bg>
    <p:spTree>
      <p:nvGrpSpPr>
        <p:cNvPr id="1" name=""/>
        <p:cNvGrpSpPr/>
        <p:nvPr/>
      </p:nvGrpSpPr>
      <p:grpSpPr>
        <a:xfrm>
          <a:off x="0" y="0"/>
          <a:ext cx="0" cy="0"/>
          <a:chOff x="0" y="0"/>
          <a:chExt cx="0" cy="0"/>
        </a:xfrm>
      </p:grpSpPr>
      <p:grpSp>
        <p:nvGrpSpPr>
          <p:cNvPr id="7" name="Group 6" descr="Close up of Lloyds Banking Group logo">
            <a:extLst>
              <a:ext uri="{FF2B5EF4-FFF2-40B4-BE49-F238E27FC236}">
                <a16:creationId xmlns:a16="http://schemas.microsoft.com/office/drawing/2014/main" id="{E3CB87BB-1B97-7321-8BD0-EAB38BB87CA9}"/>
              </a:ext>
            </a:extLst>
          </p:cNvPr>
          <p:cNvGrpSpPr/>
          <p:nvPr userDrawn="1"/>
        </p:nvGrpSpPr>
        <p:grpSpPr>
          <a:xfrm>
            <a:off x="2246645" y="270852"/>
            <a:ext cx="7698713" cy="6587148"/>
            <a:chOff x="2246644" y="270852"/>
            <a:chExt cx="7698713" cy="6587148"/>
          </a:xfrm>
        </p:grpSpPr>
        <p:sp>
          <p:nvSpPr>
            <p:cNvPr id="22" name="Freeform: Shape 21">
              <a:extLst>
                <a:ext uri="{FF2B5EF4-FFF2-40B4-BE49-F238E27FC236}">
                  <a16:creationId xmlns:a16="http://schemas.microsoft.com/office/drawing/2014/main" id="{38D06D6E-0228-80AC-BCAE-6764C210D111}"/>
                </a:ext>
              </a:extLst>
            </p:cNvPr>
            <p:cNvSpPr/>
            <p:nvPr/>
          </p:nvSpPr>
          <p:spPr>
            <a:xfrm>
              <a:off x="2246644" y="270852"/>
              <a:ext cx="7698713" cy="6587148"/>
            </a:xfrm>
            <a:custGeom>
              <a:avLst/>
              <a:gdLst>
                <a:gd name="connsiteX0" fmla="*/ 4797344 w 7698713"/>
                <a:gd name="connsiteY0" fmla="*/ 0 h 6587148"/>
                <a:gd name="connsiteX1" fmla="*/ 4898085 w 7698713"/>
                <a:gd name="connsiteY1" fmla="*/ 215575 h 6587148"/>
                <a:gd name="connsiteX2" fmla="*/ 4900081 w 7698713"/>
                <a:gd name="connsiteY2" fmla="*/ 215575 h 6587148"/>
                <a:gd name="connsiteX3" fmla="*/ 4988745 w 7698713"/>
                <a:gd name="connsiteY3" fmla="*/ 36264 h 6587148"/>
                <a:gd name="connsiteX4" fmla="*/ 5053202 w 7698713"/>
                <a:gd name="connsiteY4" fmla="*/ 298182 h 6587148"/>
                <a:gd name="connsiteX5" fmla="*/ 5039128 w 7698713"/>
                <a:gd name="connsiteY5" fmla="*/ 354602 h 6587148"/>
                <a:gd name="connsiteX6" fmla="*/ 5250668 w 7698713"/>
                <a:gd name="connsiteY6" fmla="*/ 634665 h 6587148"/>
                <a:gd name="connsiteX7" fmla="*/ 5230530 w 7698713"/>
                <a:gd name="connsiteY7" fmla="*/ 721307 h 6587148"/>
                <a:gd name="connsiteX8" fmla="*/ 5714075 w 7698713"/>
                <a:gd name="connsiteY8" fmla="*/ 1331795 h 6587148"/>
                <a:gd name="connsiteX9" fmla="*/ 5754376 w 7698713"/>
                <a:gd name="connsiteY9" fmla="*/ 1444622 h 6587148"/>
                <a:gd name="connsiteX10" fmla="*/ 5484393 w 7698713"/>
                <a:gd name="connsiteY10" fmla="*/ 1706553 h 6587148"/>
                <a:gd name="connsiteX11" fmla="*/ 5262771 w 7698713"/>
                <a:gd name="connsiteY11" fmla="*/ 1579615 h 6587148"/>
                <a:gd name="connsiteX12" fmla="*/ 4841663 w 7698713"/>
                <a:gd name="connsiteY12" fmla="*/ 1374103 h 6587148"/>
                <a:gd name="connsiteX13" fmla="*/ 4789283 w 7698713"/>
                <a:gd name="connsiteY13" fmla="*/ 1555439 h 6587148"/>
                <a:gd name="connsiteX14" fmla="*/ 5603277 w 7698713"/>
                <a:gd name="connsiteY14" fmla="*/ 2637378 h 6587148"/>
                <a:gd name="connsiteX15" fmla="*/ 6252045 w 7698713"/>
                <a:gd name="connsiteY15" fmla="*/ 2421815 h 6587148"/>
                <a:gd name="connsiteX16" fmla="*/ 7507285 w 7698713"/>
                <a:gd name="connsiteY16" fmla="*/ 3489671 h 6587148"/>
                <a:gd name="connsiteX17" fmla="*/ 7698713 w 7698713"/>
                <a:gd name="connsiteY17" fmla="*/ 3733450 h 6587148"/>
                <a:gd name="connsiteX18" fmla="*/ 7118444 w 7698713"/>
                <a:gd name="connsiteY18" fmla="*/ 3733450 h 6587148"/>
                <a:gd name="connsiteX19" fmla="*/ 7118444 w 7698713"/>
                <a:gd name="connsiteY19" fmla="*/ 3564209 h 6587148"/>
                <a:gd name="connsiteX20" fmla="*/ 6959258 w 7698713"/>
                <a:gd name="connsiteY20" fmla="*/ 3519890 h 6587148"/>
                <a:gd name="connsiteX21" fmla="*/ 6207726 w 7698713"/>
                <a:gd name="connsiteY21" fmla="*/ 2875144 h 6587148"/>
                <a:gd name="connsiteX22" fmla="*/ 5641557 w 7698713"/>
                <a:gd name="connsiteY22" fmla="*/ 3354667 h 6587148"/>
                <a:gd name="connsiteX23" fmla="*/ 6582469 w 7698713"/>
                <a:gd name="connsiteY23" fmla="*/ 3415107 h 6587148"/>
                <a:gd name="connsiteX24" fmla="*/ 6431369 w 7698713"/>
                <a:gd name="connsiteY24" fmla="*/ 4710638 h 6587148"/>
                <a:gd name="connsiteX25" fmla="*/ 6308468 w 7698713"/>
                <a:gd name="connsiteY25" fmla="*/ 5043106 h 6587148"/>
                <a:gd name="connsiteX26" fmla="*/ 5982062 w 7698713"/>
                <a:gd name="connsiteY26" fmla="*/ 5321148 h 6587148"/>
                <a:gd name="connsiteX27" fmla="*/ 5982062 w 7698713"/>
                <a:gd name="connsiteY27" fmla="*/ 4748944 h 6587148"/>
                <a:gd name="connsiteX28" fmla="*/ 6157343 w 7698713"/>
                <a:gd name="connsiteY28" fmla="*/ 4748944 h 6587148"/>
                <a:gd name="connsiteX29" fmla="*/ 6108981 w 7698713"/>
                <a:gd name="connsiteY29" fmla="*/ 4567600 h 6587148"/>
                <a:gd name="connsiteX30" fmla="*/ 6270188 w 7698713"/>
                <a:gd name="connsiteY30" fmla="*/ 3797932 h 6587148"/>
                <a:gd name="connsiteX31" fmla="*/ 6254067 w 7698713"/>
                <a:gd name="connsiteY31" fmla="*/ 3701234 h 6587148"/>
                <a:gd name="connsiteX32" fmla="*/ 6147287 w 7698713"/>
                <a:gd name="connsiteY32" fmla="*/ 3713312 h 6587148"/>
                <a:gd name="connsiteX33" fmla="*/ 5593195 w 7698713"/>
                <a:gd name="connsiteY33" fmla="*/ 4035672 h 6587148"/>
                <a:gd name="connsiteX34" fmla="*/ 4950465 w 7698713"/>
                <a:gd name="connsiteY34" fmla="*/ 4265377 h 6587148"/>
                <a:gd name="connsiteX35" fmla="*/ 3266055 w 7698713"/>
                <a:gd name="connsiteY35" fmla="*/ 4777142 h 6587148"/>
                <a:gd name="connsiteX36" fmla="*/ 2653545 w 7698713"/>
                <a:gd name="connsiteY36" fmla="*/ 5822830 h 6587148"/>
                <a:gd name="connsiteX37" fmla="*/ 2917490 w 7698713"/>
                <a:gd name="connsiteY37" fmla="*/ 6322517 h 6587148"/>
                <a:gd name="connsiteX38" fmla="*/ 3067594 w 7698713"/>
                <a:gd name="connsiteY38" fmla="*/ 6544019 h 6587148"/>
                <a:gd name="connsiteX39" fmla="*/ 3098931 w 7698713"/>
                <a:gd name="connsiteY39" fmla="*/ 6587148 h 6587148"/>
                <a:gd name="connsiteX40" fmla="*/ 2739729 w 7698713"/>
                <a:gd name="connsiteY40" fmla="*/ 6587148 h 6587148"/>
                <a:gd name="connsiteX41" fmla="*/ 2633399 w 7698713"/>
                <a:gd name="connsiteY41" fmla="*/ 6441886 h 6587148"/>
                <a:gd name="connsiteX42" fmla="*/ 2105504 w 7698713"/>
                <a:gd name="connsiteY42" fmla="*/ 5887312 h 6587148"/>
                <a:gd name="connsiteX43" fmla="*/ 2258645 w 7698713"/>
                <a:gd name="connsiteY43" fmla="*/ 5296967 h 6587148"/>
                <a:gd name="connsiteX44" fmla="*/ 1758953 w 7698713"/>
                <a:gd name="connsiteY44" fmla="*/ 5784550 h 6587148"/>
                <a:gd name="connsiteX45" fmla="*/ 1793206 w 7698713"/>
                <a:gd name="connsiteY45" fmla="*/ 6213716 h 6587148"/>
                <a:gd name="connsiteX46" fmla="*/ 1872826 w 7698713"/>
                <a:gd name="connsiteY46" fmla="*/ 6558522 h 6587148"/>
                <a:gd name="connsiteX47" fmla="*/ 1882602 w 7698713"/>
                <a:gd name="connsiteY47" fmla="*/ 6587148 h 6587148"/>
                <a:gd name="connsiteX48" fmla="*/ 1600806 w 7698713"/>
                <a:gd name="connsiteY48" fmla="*/ 6587148 h 6587148"/>
                <a:gd name="connsiteX49" fmla="*/ 1579950 w 7698713"/>
                <a:gd name="connsiteY49" fmla="*/ 6472838 h 6587148"/>
                <a:gd name="connsiteX50" fmla="*/ 1237111 w 7698713"/>
                <a:gd name="connsiteY50" fmla="*/ 5552849 h 6587148"/>
                <a:gd name="connsiteX51" fmla="*/ 1585684 w 7698713"/>
                <a:gd name="connsiteY51" fmla="*/ 4980620 h 6587148"/>
                <a:gd name="connsiteX52" fmla="*/ 1351962 w 7698713"/>
                <a:gd name="connsiteY52" fmla="*/ 4188818 h 6587148"/>
                <a:gd name="connsiteX53" fmla="*/ 1527255 w 7698713"/>
                <a:gd name="connsiteY53" fmla="*/ 3703230 h 6587148"/>
                <a:gd name="connsiteX54" fmla="*/ 1251223 w 7698713"/>
                <a:gd name="connsiteY54" fmla="*/ 3548088 h 6587148"/>
                <a:gd name="connsiteX55" fmla="*/ 991298 w 7698713"/>
                <a:gd name="connsiteY55" fmla="*/ 3834216 h 6587148"/>
                <a:gd name="connsiteX56" fmla="*/ 1130328 w 7698713"/>
                <a:gd name="connsiteY56" fmla="*/ 4094116 h 6587148"/>
                <a:gd name="connsiteX57" fmla="*/ 789820 w 7698713"/>
                <a:gd name="connsiteY57" fmla="*/ 4055835 h 6587148"/>
                <a:gd name="connsiteX58" fmla="*/ 787811 w 7698713"/>
                <a:gd name="connsiteY58" fmla="*/ 4055835 h 6587148"/>
                <a:gd name="connsiteX59" fmla="*/ 1146451 w 7698713"/>
                <a:gd name="connsiteY59" fmla="*/ 4990701 h 6587148"/>
                <a:gd name="connsiteX60" fmla="*/ 693101 w 7698713"/>
                <a:gd name="connsiteY60" fmla="*/ 5450087 h 6587148"/>
                <a:gd name="connsiteX61" fmla="*/ 209547 w 7698713"/>
                <a:gd name="connsiteY61" fmla="*/ 5172045 h 6587148"/>
                <a:gd name="connsiteX62" fmla="*/ 584309 w 7698713"/>
                <a:gd name="connsiteY62" fmla="*/ 4948404 h 6587148"/>
                <a:gd name="connsiteX63" fmla="*/ 0 w 7698713"/>
                <a:gd name="connsiteY63" fmla="*/ 3656889 h 6587148"/>
                <a:gd name="connsiteX64" fmla="*/ 771688 w 7698713"/>
                <a:gd name="connsiteY64" fmla="*/ 2927523 h 6587148"/>
                <a:gd name="connsiteX65" fmla="*/ 1732769 w 7698713"/>
                <a:gd name="connsiteY65" fmla="*/ 3536011 h 6587148"/>
                <a:gd name="connsiteX66" fmla="*/ 2178048 w 7698713"/>
                <a:gd name="connsiteY66" fmla="*/ 3352671 h 6587148"/>
                <a:gd name="connsiteX67" fmla="*/ 3536039 w 7698713"/>
                <a:gd name="connsiteY67" fmla="*/ 3173349 h 6587148"/>
                <a:gd name="connsiteX68" fmla="*/ 3864466 w 7698713"/>
                <a:gd name="connsiteY68" fmla="*/ 2806644 h 6587148"/>
                <a:gd name="connsiteX69" fmla="*/ 3761704 w 7698713"/>
                <a:gd name="connsiteY69" fmla="*/ 2687761 h 6587148"/>
                <a:gd name="connsiteX70" fmla="*/ 3658941 w 7698713"/>
                <a:gd name="connsiteY70" fmla="*/ 2768364 h 6587148"/>
                <a:gd name="connsiteX71" fmla="*/ 3556203 w 7698713"/>
                <a:gd name="connsiteY71" fmla="*/ 2554782 h 6587148"/>
                <a:gd name="connsiteX72" fmla="*/ 3636781 w 7698713"/>
                <a:gd name="connsiteY72" fmla="*/ 2319051 h 6587148"/>
                <a:gd name="connsiteX73" fmla="*/ 3386935 w 7698713"/>
                <a:gd name="connsiteY73" fmla="*/ 2292866 h 6587148"/>
                <a:gd name="connsiteX74" fmla="*/ 3618664 w 7698713"/>
                <a:gd name="connsiteY74" fmla="*/ 1752896 h 6587148"/>
                <a:gd name="connsiteX75" fmla="*/ 3618664 w 7698713"/>
                <a:gd name="connsiteY75" fmla="*/ 1750869 h 6587148"/>
                <a:gd name="connsiteX76" fmla="*/ 3251956 w 7698713"/>
                <a:gd name="connsiteY76" fmla="*/ 1281417 h 6587148"/>
                <a:gd name="connsiteX77" fmla="*/ 3350676 w 7698713"/>
                <a:gd name="connsiteY77" fmla="*/ 1323725 h 6587148"/>
                <a:gd name="connsiteX78" fmla="*/ 3435298 w 7698713"/>
                <a:gd name="connsiteY78" fmla="*/ 1220978 h 6587148"/>
                <a:gd name="connsiteX79" fmla="*/ 3237858 w 7698713"/>
                <a:gd name="connsiteY79" fmla="*/ 944948 h 6587148"/>
                <a:gd name="connsiteX80" fmla="*/ 3759707 w 7698713"/>
                <a:gd name="connsiteY80" fmla="*/ 775702 h 6587148"/>
                <a:gd name="connsiteX81" fmla="*/ 3761704 w 7698713"/>
                <a:gd name="connsiteY81" fmla="*/ 773691 h 6587148"/>
                <a:gd name="connsiteX82" fmla="*/ 3767742 w 7698713"/>
                <a:gd name="connsiteY82" fmla="*/ 376766 h 6587148"/>
                <a:gd name="connsiteX83" fmla="*/ 3941027 w 7698713"/>
                <a:gd name="connsiteY83" fmla="*/ 461384 h 6587148"/>
                <a:gd name="connsiteX84" fmla="*/ 4420554 w 7698713"/>
                <a:gd name="connsiteY84" fmla="*/ 141037 h 6587148"/>
                <a:gd name="connsiteX85" fmla="*/ 4545477 w 7698713"/>
                <a:gd name="connsiteY85" fmla="*/ 358635 h 6587148"/>
                <a:gd name="connsiteX86" fmla="*/ 4797344 w 7698713"/>
                <a:gd name="connsiteY86" fmla="*/ 0 h 658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7698713" h="6587148">
                  <a:moveTo>
                    <a:pt x="4797344" y="0"/>
                  </a:moveTo>
                  <a:cubicBezTo>
                    <a:pt x="4861827" y="36264"/>
                    <a:pt x="4908167" y="98714"/>
                    <a:pt x="4898085" y="215575"/>
                  </a:cubicBezTo>
                  <a:lnTo>
                    <a:pt x="4900081" y="215575"/>
                  </a:lnTo>
                  <a:lnTo>
                    <a:pt x="4988745" y="36264"/>
                  </a:lnTo>
                  <a:cubicBezTo>
                    <a:pt x="5063284" y="98714"/>
                    <a:pt x="5077383" y="203486"/>
                    <a:pt x="5053202" y="298182"/>
                  </a:cubicBezTo>
                  <a:cubicBezTo>
                    <a:pt x="5047163" y="322358"/>
                    <a:pt x="5039128" y="340503"/>
                    <a:pt x="5039128" y="354602"/>
                  </a:cubicBezTo>
                  <a:cubicBezTo>
                    <a:pt x="5039128" y="425120"/>
                    <a:pt x="5250668" y="477507"/>
                    <a:pt x="5250668" y="634665"/>
                  </a:cubicBezTo>
                  <a:cubicBezTo>
                    <a:pt x="5250668" y="660852"/>
                    <a:pt x="5242608" y="689060"/>
                    <a:pt x="5230530" y="721307"/>
                  </a:cubicBezTo>
                  <a:lnTo>
                    <a:pt x="5714075" y="1331795"/>
                  </a:lnTo>
                  <a:cubicBezTo>
                    <a:pt x="5744295" y="1370068"/>
                    <a:pt x="5754376" y="1410367"/>
                    <a:pt x="5754376" y="1444622"/>
                  </a:cubicBezTo>
                  <a:cubicBezTo>
                    <a:pt x="5754376" y="1571560"/>
                    <a:pt x="5643578" y="1706553"/>
                    <a:pt x="5484393" y="1706553"/>
                  </a:cubicBezTo>
                  <a:cubicBezTo>
                    <a:pt x="5327229" y="1706553"/>
                    <a:pt x="5270806" y="1619911"/>
                    <a:pt x="5262771" y="1579615"/>
                  </a:cubicBezTo>
                  <a:lnTo>
                    <a:pt x="4841663" y="1374103"/>
                  </a:lnTo>
                  <a:cubicBezTo>
                    <a:pt x="4817482" y="1414402"/>
                    <a:pt x="4789283" y="1480885"/>
                    <a:pt x="4789283" y="1555439"/>
                  </a:cubicBezTo>
                  <a:cubicBezTo>
                    <a:pt x="4789283" y="2018847"/>
                    <a:pt x="5444091" y="2030935"/>
                    <a:pt x="5603277" y="2637378"/>
                  </a:cubicBezTo>
                  <a:lnTo>
                    <a:pt x="6252045" y="2421815"/>
                  </a:lnTo>
                  <a:cubicBezTo>
                    <a:pt x="6715452" y="2873122"/>
                    <a:pt x="7205061" y="3310348"/>
                    <a:pt x="7507285" y="3489671"/>
                  </a:cubicBezTo>
                  <a:lnTo>
                    <a:pt x="7698713" y="3733450"/>
                  </a:lnTo>
                  <a:lnTo>
                    <a:pt x="7118444" y="3733450"/>
                  </a:lnTo>
                  <a:lnTo>
                    <a:pt x="7118444" y="3564209"/>
                  </a:lnTo>
                  <a:lnTo>
                    <a:pt x="6959258" y="3519890"/>
                  </a:lnTo>
                  <a:cubicBezTo>
                    <a:pt x="6715452" y="3137065"/>
                    <a:pt x="6385029" y="2927523"/>
                    <a:pt x="6207726" y="2875144"/>
                  </a:cubicBezTo>
                  <a:cubicBezTo>
                    <a:pt x="5992118" y="3006105"/>
                    <a:pt x="5830937" y="3143129"/>
                    <a:pt x="5641557" y="3354667"/>
                  </a:cubicBezTo>
                  <a:cubicBezTo>
                    <a:pt x="5949821" y="3330512"/>
                    <a:pt x="6294369" y="3360732"/>
                    <a:pt x="6582469" y="3415107"/>
                  </a:cubicBezTo>
                  <a:lnTo>
                    <a:pt x="6431369" y="4710638"/>
                  </a:lnTo>
                  <a:lnTo>
                    <a:pt x="6308468" y="5043106"/>
                  </a:lnTo>
                  <a:lnTo>
                    <a:pt x="5982062" y="5321148"/>
                  </a:lnTo>
                  <a:lnTo>
                    <a:pt x="5982062" y="4748944"/>
                  </a:lnTo>
                  <a:lnTo>
                    <a:pt x="6157343" y="4748944"/>
                  </a:lnTo>
                  <a:lnTo>
                    <a:pt x="6108981" y="4567600"/>
                  </a:lnTo>
                  <a:cubicBezTo>
                    <a:pt x="6252045" y="4188818"/>
                    <a:pt x="6270188" y="3934931"/>
                    <a:pt x="6270188" y="3797932"/>
                  </a:cubicBezTo>
                  <a:cubicBezTo>
                    <a:pt x="6270188" y="3755609"/>
                    <a:pt x="6268166" y="3715333"/>
                    <a:pt x="6254067" y="3701234"/>
                  </a:cubicBezTo>
                  <a:cubicBezTo>
                    <a:pt x="6241964" y="3689131"/>
                    <a:pt x="6191606" y="3701234"/>
                    <a:pt x="6147287" y="3713312"/>
                  </a:cubicBezTo>
                  <a:cubicBezTo>
                    <a:pt x="6030424" y="3745553"/>
                    <a:pt x="5838997" y="3836212"/>
                    <a:pt x="5593195" y="4035672"/>
                  </a:cubicBezTo>
                  <a:cubicBezTo>
                    <a:pt x="5371573" y="4217016"/>
                    <a:pt x="5250668" y="4299615"/>
                    <a:pt x="4950465" y="4265377"/>
                  </a:cubicBezTo>
                  <a:cubicBezTo>
                    <a:pt x="4611955" y="4615962"/>
                    <a:pt x="3894686" y="4785202"/>
                    <a:pt x="3266055" y="4777142"/>
                  </a:cubicBezTo>
                  <a:cubicBezTo>
                    <a:pt x="3217693" y="5286885"/>
                    <a:pt x="2653545" y="5581047"/>
                    <a:pt x="2653545" y="5822830"/>
                  </a:cubicBezTo>
                  <a:cubicBezTo>
                    <a:pt x="2653545" y="5909472"/>
                    <a:pt x="2736145" y="6050514"/>
                    <a:pt x="2917490" y="6322517"/>
                  </a:cubicBezTo>
                  <a:cubicBezTo>
                    <a:pt x="2967861" y="6398073"/>
                    <a:pt x="3017602" y="6472872"/>
                    <a:pt x="3067594" y="6544019"/>
                  </a:cubicBezTo>
                  <a:lnTo>
                    <a:pt x="3098931" y="6587148"/>
                  </a:lnTo>
                  <a:lnTo>
                    <a:pt x="2739729" y="6587148"/>
                  </a:lnTo>
                  <a:lnTo>
                    <a:pt x="2633399" y="6441886"/>
                  </a:lnTo>
                  <a:cubicBezTo>
                    <a:pt x="2484803" y="6256019"/>
                    <a:pt x="2309006" y="6068643"/>
                    <a:pt x="2105504" y="5887312"/>
                  </a:cubicBezTo>
                  <a:cubicBezTo>
                    <a:pt x="2204234" y="5689848"/>
                    <a:pt x="2256621" y="5488367"/>
                    <a:pt x="2258645" y="5296967"/>
                  </a:cubicBezTo>
                  <a:cubicBezTo>
                    <a:pt x="2075283" y="5572987"/>
                    <a:pt x="1807321" y="5575008"/>
                    <a:pt x="1758953" y="5784550"/>
                  </a:cubicBezTo>
                  <a:cubicBezTo>
                    <a:pt x="1740819" y="5863132"/>
                    <a:pt x="1750898" y="6016251"/>
                    <a:pt x="1793206" y="6213716"/>
                  </a:cubicBezTo>
                  <a:cubicBezTo>
                    <a:pt x="1816631" y="6325534"/>
                    <a:pt x="1839204" y="6445285"/>
                    <a:pt x="1872826" y="6558522"/>
                  </a:cubicBezTo>
                  <a:lnTo>
                    <a:pt x="1882602" y="6587148"/>
                  </a:lnTo>
                  <a:lnTo>
                    <a:pt x="1600806" y="6587148"/>
                  </a:lnTo>
                  <a:lnTo>
                    <a:pt x="1579950" y="6472838"/>
                  </a:lnTo>
                  <a:cubicBezTo>
                    <a:pt x="1482674" y="6022802"/>
                    <a:pt x="1329291" y="5726625"/>
                    <a:pt x="1237111" y="5552849"/>
                  </a:cubicBezTo>
                  <a:cubicBezTo>
                    <a:pt x="1368085" y="5466207"/>
                    <a:pt x="1585684" y="5266747"/>
                    <a:pt x="1585684" y="4980620"/>
                  </a:cubicBezTo>
                  <a:cubicBezTo>
                    <a:pt x="1585684" y="4702603"/>
                    <a:pt x="1351962" y="4543419"/>
                    <a:pt x="1351962" y="4188818"/>
                  </a:cubicBezTo>
                  <a:cubicBezTo>
                    <a:pt x="1351962" y="3993375"/>
                    <a:pt x="1418446" y="3830173"/>
                    <a:pt x="1527255" y="3703230"/>
                  </a:cubicBezTo>
                  <a:cubicBezTo>
                    <a:pt x="1456736" y="3602489"/>
                    <a:pt x="1374129" y="3548088"/>
                    <a:pt x="1251223" y="3548088"/>
                  </a:cubicBezTo>
                  <a:cubicBezTo>
                    <a:pt x="1114204" y="3548088"/>
                    <a:pt x="991298" y="3660933"/>
                    <a:pt x="991298" y="3834216"/>
                  </a:cubicBezTo>
                  <a:cubicBezTo>
                    <a:pt x="991298" y="3934931"/>
                    <a:pt x="1035632" y="4045754"/>
                    <a:pt x="1130328" y="4094116"/>
                  </a:cubicBezTo>
                  <a:cubicBezTo>
                    <a:pt x="1061817" y="4188818"/>
                    <a:pt x="886526" y="4198874"/>
                    <a:pt x="789820" y="4055835"/>
                  </a:cubicBezTo>
                  <a:lnTo>
                    <a:pt x="787811" y="4055835"/>
                  </a:lnTo>
                  <a:cubicBezTo>
                    <a:pt x="787811" y="4394317"/>
                    <a:pt x="1146451" y="4630061"/>
                    <a:pt x="1146451" y="4990701"/>
                  </a:cubicBezTo>
                  <a:cubicBezTo>
                    <a:pt x="1146451" y="5224424"/>
                    <a:pt x="961078" y="5450087"/>
                    <a:pt x="693101" y="5450087"/>
                  </a:cubicBezTo>
                  <a:cubicBezTo>
                    <a:pt x="493631" y="5450087"/>
                    <a:pt x="306252" y="5357406"/>
                    <a:pt x="209547" y="5172045"/>
                  </a:cubicBezTo>
                  <a:cubicBezTo>
                    <a:pt x="427147" y="5228467"/>
                    <a:pt x="584309" y="5141825"/>
                    <a:pt x="584309" y="4948404"/>
                  </a:cubicBezTo>
                  <a:cubicBezTo>
                    <a:pt x="584309" y="4597820"/>
                    <a:pt x="0" y="4253274"/>
                    <a:pt x="0" y="3656889"/>
                  </a:cubicBezTo>
                  <a:cubicBezTo>
                    <a:pt x="0" y="3187448"/>
                    <a:pt x="360664" y="2927523"/>
                    <a:pt x="771688" y="2927523"/>
                  </a:cubicBezTo>
                  <a:cubicBezTo>
                    <a:pt x="1146451" y="2927523"/>
                    <a:pt x="1480912" y="3100806"/>
                    <a:pt x="1732769" y="3536011"/>
                  </a:cubicBezTo>
                  <a:cubicBezTo>
                    <a:pt x="1861716" y="3439287"/>
                    <a:pt x="2018879" y="3384887"/>
                    <a:pt x="2178048" y="3352671"/>
                  </a:cubicBezTo>
                  <a:cubicBezTo>
                    <a:pt x="2607206" y="3268026"/>
                    <a:pt x="3133073" y="3344585"/>
                    <a:pt x="3536039" y="3173349"/>
                  </a:cubicBezTo>
                  <a:cubicBezTo>
                    <a:pt x="3715363" y="3096789"/>
                    <a:pt x="3864466" y="2961786"/>
                    <a:pt x="3864466" y="2806644"/>
                  </a:cubicBezTo>
                  <a:cubicBezTo>
                    <a:pt x="3864466" y="2732106"/>
                    <a:pt x="3822143" y="2687761"/>
                    <a:pt x="3761704" y="2687761"/>
                  </a:cubicBezTo>
                  <a:cubicBezTo>
                    <a:pt x="3731484" y="2687761"/>
                    <a:pt x="3685144" y="2701860"/>
                    <a:pt x="3658941" y="2768364"/>
                  </a:cubicBezTo>
                  <a:cubicBezTo>
                    <a:pt x="3580384" y="2699865"/>
                    <a:pt x="3556203" y="2627322"/>
                    <a:pt x="3556203" y="2554782"/>
                  </a:cubicBezTo>
                  <a:cubicBezTo>
                    <a:pt x="3556203" y="2433903"/>
                    <a:pt x="3594457" y="2377481"/>
                    <a:pt x="3636781" y="2319051"/>
                  </a:cubicBezTo>
                  <a:cubicBezTo>
                    <a:pt x="3596505" y="2214280"/>
                    <a:pt x="3471556" y="2190101"/>
                    <a:pt x="3386935" y="2292866"/>
                  </a:cubicBezTo>
                  <a:cubicBezTo>
                    <a:pt x="3282176" y="2099442"/>
                    <a:pt x="3346660" y="1833476"/>
                    <a:pt x="3618664" y="1752896"/>
                  </a:cubicBezTo>
                  <a:lnTo>
                    <a:pt x="3618664" y="1750869"/>
                  </a:lnTo>
                  <a:cubicBezTo>
                    <a:pt x="3300319" y="1698485"/>
                    <a:pt x="3215698" y="1501041"/>
                    <a:pt x="3251956" y="1281417"/>
                  </a:cubicBezTo>
                  <a:cubicBezTo>
                    <a:pt x="3282176" y="1307617"/>
                    <a:pt x="3316439" y="1323725"/>
                    <a:pt x="3350676" y="1323725"/>
                  </a:cubicBezTo>
                  <a:cubicBezTo>
                    <a:pt x="3403082" y="1323725"/>
                    <a:pt x="3435298" y="1281417"/>
                    <a:pt x="3435298" y="1220978"/>
                  </a:cubicBezTo>
                  <a:cubicBezTo>
                    <a:pt x="3435298" y="1156503"/>
                    <a:pt x="3403082" y="1055765"/>
                    <a:pt x="3237858" y="944948"/>
                  </a:cubicBezTo>
                  <a:cubicBezTo>
                    <a:pt x="3382918" y="727348"/>
                    <a:pt x="3632763" y="695104"/>
                    <a:pt x="3759707" y="775702"/>
                  </a:cubicBezTo>
                  <a:lnTo>
                    <a:pt x="3761704" y="773691"/>
                  </a:lnTo>
                  <a:cubicBezTo>
                    <a:pt x="3697221" y="685028"/>
                    <a:pt x="3664979" y="529891"/>
                    <a:pt x="3767742" y="376766"/>
                  </a:cubicBezTo>
                  <a:cubicBezTo>
                    <a:pt x="3791923" y="411021"/>
                    <a:pt x="3850367" y="461384"/>
                    <a:pt x="3941027" y="461384"/>
                  </a:cubicBezTo>
                  <a:cubicBezTo>
                    <a:pt x="4206993" y="461384"/>
                    <a:pt x="4217076" y="169232"/>
                    <a:pt x="4420554" y="141037"/>
                  </a:cubicBezTo>
                  <a:cubicBezTo>
                    <a:pt x="4408476" y="231697"/>
                    <a:pt x="4432632" y="358635"/>
                    <a:pt x="4545477" y="358635"/>
                  </a:cubicBezTo>
                  <a:cubicBezTo>
                    <a:pt x="4692559" y="358635"/>
                    <a:pt x="4761059" y="137002"/>
                    <a:pt x="4797344" y="0"/>
                  </a:cubicBezTo>
                  <a:close/>
                </a:path>
              </a:pathLst>
            </a:custGeom>
            <a:solidFill>
              <a:srgbClr val="000000"/>
            </a:solidFill>
            <a:ln w="0" cap="flat">
              <a:noFill/>
              <a:prstDash val="solid"/>
              <a:miter/>
            </a:ln>
          </p:spPr>
          <p:txBody>
            <a:bodyPr rtlCol="0" anchor="ctr"/>
            <a:lstStyle/>
            <a:p>
              <a:endParaRPr lang="en-GB" sz="1092"/>
            </a:p>
          </p:txBody>
        </p:sp>
        <p:sp>
          <p:nvSpPr>
            <p:cNvPr id="19" name="Freeform: Shape 18">
              <a:extLst>
                <a:ext uri="{FF2B5EF4-FFF2-40B4-BE49-F238E27FC236}">
                  <a16:creationId xmlns:a16="http://schemas.microsoft.com/office/drawing/2014/main" id="{91A4FCC2-4C3C-125B-0668-D058CE7F7E67}"/>
                </a:ext>
              </a:extLst>
            </p:cNvPr>
            <p:cNvSpPr/>
            <p:nvPr/>
          </p:nvSpPr>
          <p:spPr>
            <a:xfrm>
              <a:off x="2438372" y="702017"/>
              <a:ext cx="5435703" cy="3896673"/>
            </a:xfrm>
            <a:custGeom>
              <a:avLst/>
              <a:gdLst>
                <a:gd name="connsiteX0" fmla="*/ 606147 w 5435703"/>
                <a:gd name="connsiteY0" fmla="*/ 2659560 h 3896673"/>
                <a:gd name="connsiteX1" fmla="*/ 1017171 w 5435703"/>
                <a:gd name="connsiteY1" fmla="*/ 2798607 h 3896673"/>
                <a:gd name="connsiteX2" fmla="*/ 285797 w 5435703"/>
                <a:gd name="connsiteY2" fmla="*/ 3094765 h 3896673"/>
                <a:gd name="connsiteX3" fmla="*/ 217287 w 5435703"/>
                <a:gd name="connsiteY3" fmla="*/ 2921507 h 3896673"/>
                <a:gd name="connsiteX4" fmla="*/ 13784 w 5435703"/>
                <a:gd name="connsiteY4" fmla="*/ 3270070 h 3896673"/>
                <a:gd name="connsiteX5" fmla="*/ 606147 w 5435703"/>
                <a:gd name="connsiteY5" fmla="*/ 2659560 h 3896673"/>
                <a:gd name="connsiteX6" fmla="*/ 2167655 w 5435703"/>
                <a:gd name="connsiteY6" fmla="*/ 3062549 h 3896673"/>
                <a:gd name="connsiteX7" fmla="*/ 3525656 w 5435703"/>
                <a:gd name="connsiteY7" fmla="*/ 2842926 h 3896673"/>
                <a:gd name="connsiteX8" fmla="*/ 3934661 w 5435703"/>
                <a:gd name="connsiteY8" fmla="*/ 2343239 h 3896673"/>
                <a:gd name="connsiteX9" fmla="*/ 3594156 w 5435703"/>
                <a:gd name="connsiteY9" fmla="*/ 1208890 h 3896673"/>
                <a:gd name="connsiteX10" fmla="*/ 4210683 w 5435703"/>
                <a:gd name="connsiteY10" fmla="*/ 145070 h 3896673"/>
                <a:gd name="connsiteX11" fmla="*/ 3791622 w 5435703"/>
                <a:gd name="connsiteY11" fmla="*/ 1015466 h 3896673"/>
                <a:gd name="connsiteX12" fmla="*/ 4381947 w 5435703"/>
                <a:gd name="connsiteY12" fmla="*/ 1902001 h 3896673"/>
                <a:gd name="connsiteX13" fmla="*/ 5133504 w 5435703"/>
                <a:gd name="connsiteY13" fmla="*/ 2300942 h 3896673"/>
                <a:gd name="connsiteX14" fmla="*/ 4770814 w 5435703"/>
                <a:gd name="connsiteY14" fmla="*/ 2180037 h 3896673"/>
                <a:gd name="connsiteX15" fmla="*/ 3100530 w 5435703"/>
                <a:gd name="connsiteY15" fmla="*/ 3753610 h 3896673"/>
                <a:gd name="connsiteX16" fmla="*/ 2318757 w 5435703"/>
                <a:gd name="connsiteY16" fmla="*/ 3201545 h 3896673"/>
                <a:gd name="connsiteX17" fmla="*/ 1375826 w 5435703"/>
                <a:gd name="connsiteY17" fmla="*/ 3896674 h 3896673"/>
                <a:gd name="connsiteX18" fmla="*/ 2167655 w 5435703"/>
                <a:gd name="connsiteY18" fmla="*/ 3062549 h 3896673"/>
                <a:gd name="connsiteX19" fmla="*/ 5197962 w 5435703"/>
                <a:gd name="connsiteY19" fmla="*/ 1075921 h 3896673"/>
                <a:gd name="connsiteX20" fmla="*/ 5218125 w 5435703"/>
                <a:gd name="connsiteY20" fmla="*/ 932860 h 3896673"/>
                <a:gd name="connsiteX21" fmla="*/ 5179845 w 5435703"/>
                <a:gd name="connsiteY21" fmla="*/ 824069 h 3896673"/>
                <a:gd name="connsiteX22" fmla="*/ 4960220 w 5435703"/>
                <a:gd name="connsiteY22" fmla="*/ 539970 h 3896673"/>
                <a:gd name="connsiteX23" fmla="*/ 4595534 w 5435703"/>
                <a:gd name="connsiteY23" fmla="*/ 396924 h 3896673"/>
                <a:gd name="connsiteX24" fmla="*/ 4748655 w 5435703"/>
                <a:gd name="connsiteY24" fmla="*/ 191413 h 3896673"/>
                <a:gd name="connsiteX25" fmla="*/ 4657995 w 5435703"/>
                <a:gd name="connsiteY25" fmla="*/ 0 h 3896673"/>
                <a:gd name="connsiteX26" fmla="*/ 4954181 w 5435703"/>
                <a:gd name="connsiteY26" fmla="*/ 219624 h 3896673"/>
                <a:gd name="connsiteX27" fmla="*/ 4917896 w 5435703"/>
                <a:gd name="connsiteY27" fmla="*/ 290142 h 3896673"/>
                <a:gd name="connsiteX28" fmla="*/ 5435704 w 5435703"/>
                <a:gd name="connsiteY28" fmla="*/ 938903 h 3896673"/>
                <a:gd name="connsiteX29" fmla="*/ 5343022 w 5435703"/>
                <a:gd name="connsiteY29" fmla="*/ 955027 h 3896673"/>
                <a:gd name="connsiteX30" fmla="*/ 5306764 w 5435703"/>
                <a:gd name="connsiteY30" fmla="*/ 993314 h 3896673"/>
                <a:gd name="connsiteX31" fmla="*/ 5361165 w 5435703"/>
                <a:gd name="connsiteY31" fmla="*/ 1122264 h 3896673"/>
                <a:gd name="connsiteX32" fmla="*/ 5282583 w 5435703"/>
                <a:gd name="connsiteY32" fmla="*/ 1144415 h 3896673"/>
                <a:gd name="connsiteX33" fmla="*/ 5197962 w 5435703"/>
                <a:gd name="connsiteY33" fmla="*/ 1075923 h 389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35703" h="3896673">
                  <a:moveTo>
                    <a:pt x="606147" y="2659560"/>
                  </a:moveTo>
                  <a:cubicBezTo>
                    <a:pt x="727042" y="2659560"/>
                    <a:pt x="898300" y="2687784"/>
                    <a:pt x="1017171" y="2798607"/>
                  </a:cubicBezTo>
                  <a:cubicBezTo>
                    <a:pt x="735097" y="2669642"/>
                    <a:pt x="316017" y="2754262"/>
                    <a:pt x="285797" y="3094765"/>
                  </a:cubicBezTo>
                  <a:cubicBezTo>
                    <a:pt x="237428" y="3042386"/>
                    <a:pt x="221322" y="2977903"/>
                    <a:pt x="217287" y="2921507"/>
                  </a:cubicBezTo>
                  <a:cubicBezTo>
                    <a:pt x="112513" y="2969843"/>
                    <a:pt x="33941" y="3114903"/>
                    <a:pt x="13784" y="3270070"/>
                  </a:cubicBezTo>
                  <a:cubicBezTo>
                    <a:pt x="-68823" y="2899348"/>
                    <a:pt x="231386" y="2659560"/>
                    <a:pt x="606147" y="2659560"/>
                  </a:cubicBezTo>
                  <a:close/>
                  <a:moveTo>
                    <a:pt x="2167655" y="3062549"/>
                  </a:moveTo>
                  <a:cubicBezTo>
                    <a:pt x="2558516" y="3014162"/>
                    <a:pt x="3090448" y="3058506"/>
                    <a:pt x="3525656" y="2842926"/>
                  </a:cubicBezTo>
                  <a:cubicBezTo>
                    <a:pt x="3729160" y="2742185"/>
                    <a:pt x="3934661" y="2572919"/>
                    <a:pt x="3934661" y="2343239"/>
                  </a:cubicBezTo>
                  <a:cubicBezTo>
                    <a:pt x="3934661" y="2067214"/>
                    <a:pt x="3594156" y="1795203"/>
                    <a:pt x="3594156" y="1208890"/>
                  </a:cubicBezTo>
                  <a:cubicBezTo>
                    <a:pt x="3594156" y="826077"/>
                    <a:pt x="3763398" y="384837"/>
                    <a:pt x="4210683" y="145070"/>
                  </a:cubicBezTo>
                  <a:cubicBezTo>
                    <a:pt x="3926601" y="390881"/>
                    <a:pt x="3791622" y="672952"/>
                    <a:pt x="3791622" y="1015466"/>
                  </a:cubicBezTo>
                  <a:cubicBezTo>
                    <a:pt x="3791622" y="1360004"/>
                    <a:pt x="3926601" y="1722676"/>
                    <a:pt x="4381947" y="1902001"/>
                  </a:cubicBezTo>
                  <a:cubicBezTo>
                    <a:pt x="4704336" y="2028923"/>
                    <a:pt x="5004539" y="2032959"/>
                    <a:pt x="5133504" y="2300942"/>
                  </a:cubicBezTo>
                  <a:cubicBezTo>
                    <a:pt x="5018638" y="2210257"/>
                    <a:pt x="4873577" y="2180037"/>
                    <a:pt x="4770814" y="2180037"/>
                  </a:cubicBezTo>
                  <a:cubicBezTo>
                    <a:pt x="4116006" y="2180037"/>
                    <a:pt x="3868182" y="3405048"/>
                    <a:pt x="3100530" y="3753610"/>
                  </a:cubicBezTo>
                  <a:cubicBezTo>
                    <a:pt x="3263732" y="3328488"/>
                    <a:pt x="2772102" y="3191488"/>
                    <a:pt x="2318757" y="3201545"/>
                  </a:cubicBezTo>
                  <a:cubicBezTo>
                    <a:pt x="1948029" y="3209630"/>
                    <a:pt x="1381867" y="3310346"/>
                    <a:pt x="1375826" y="3896674"/>
                  </a:cubicBezTo>
                  <a:cubicBezTo>
                    <a:pt x="1271052" y="3503792"/>
                    <a:pt x="1496706" y="3145148"/>
                    <a:pt x="2167655" y="3062549"/>
                  </a:cubicBezTo>
                  <a:close/>
                  <a:moveTo>
                    <a:pt x="5197962" y="1075921"/>
                  </a:moveTo>
                  <a:cubicBezTo>
                    <a:pt x="5197962" y="1041668"/>
                    <a:pt x="5218125" y="983238"/>
                    <a:pt x="5218125" y="932860"/>
                  </a:cubicBezTo>
                  <a:cubicBezTo>
                    <a:pt x="5218125" y="906675"/>
                    <a:pt x="5212061" y="874431"/>
                    <a:pt x="5179845" y="824069"/>
                  </a:cubicBezTo>
                  <a:cubicBezTo>
                    <a:pt x="5133504" y="753550"/>
                    <a:pt x="5044840" y="630645"/>
                    <a:pt x="4960220" y="539970"/>
                  </a:cubicBezTo>
                  <a:cubicBezTo>
                    <a:pt x="4847400" y="421100"/>
                    <a:pt x="4748655" y="386845"/>
                    <a:pt x="4595534" y="396924"/>
                  </a:cubicBezTo>
                  <a:cubicBezTo>
                    <a:pt x="4720456" y="328415"/>
                    <a:pt x="4748655" y="263943"/>
                    <a:pt x="4748655" y="191413"/>
                  </a:cubicBezTo>
                  <a:cubicBezTo>
                    <a:pt x="4748655" y="128949"/>
                    <a:pt x="4714417" y="62463"/>
                    <a:pt x="4657995" y="0"/>
                  </a:cubicBezTo>
                  <a:cubicBezTo>
                    <a:pt x="4738573" y="14099"/>
                    <a:pt x="4954181" y="102762"/>
                    <a:pt x="4954181" y="219624"/>
                  </a:cubicBezTo>
                  <a:cubicBezTo>
                    <a:pt x="4954181" y="243799"/>
                    <a:pt x="4942078" y="265951"/>
                    <a:pt x="4917896" y="290142"/>
                  </a:cubicBezTo>
                  <a:lnTo>
                    <a:pt x="5435704" y="938903"/>
                  </a:lnTo>
                  <a:cubicBezTo>
                    <a:pt x="5417587" y="967115"/>
                    <a:pt x="5377285" y="955027"/>
                    <a:pt x="5343022" y="955027"/>
                  </a:cubicBezTo>
                  <a:cubicBezTo>
                    <a:pt x="5320889" y="955027"/>
                    <a:pt x="5306764" y="969126"/>
                    <a:pt x="5306764" y="993314"/>
                  </a:cubicBezTo>
                  <a:cubicBezTo>
                    <a:pt x="5306764" y="1037633"/>
                    <a:pt x="5341026" y="1092029"/>
                    <a:pt x="5361165" y="1122264"/>
                  </a:cubicBezTo>
                  <a:cubicBezTo>
                    <a:pt x="5345044" y="1132327"/>
                    <a:pt x="5314824" y="1144415"/>
                    <a:pt x="5282583" y="1144415"/>
                  </a:cubicBezTo>
                  <a:cubicBezTo>
                    <a:pt x="5242281" y="1144415"/>
                    <a:pt x="5197962" y="1130319"/>
                    <a:pt x="5197962" y="1075923"/>
                  </a:cubicBezTo>
                  <a:close/>
                </a:path>
              </a:pathLst>
            </a:custGeom>
            <a:solidFill>
              <a:srgbClr val="0BE248"/>
            </a:solidFill>
            <a:ln w="0" cap="flat">
              <a:noFill/>
              <a:prstDash val="solid"/>
              <a:miter/>
            </a:ln>
          </p:spPr>
          <p:txBody>
            <a:bodyPr rtlCol="0" anchor="ctr"/>
            <a:lstStyle/>
            <a:p>
              <a:endParaRPr lang="en-GB" sz="1092"/>
            </a:p>
          </p:txBody>
        </p:sp>
      </p:grpSp>
      <p:sp>
        <p:nvSpPr>
          <p:cNvPr id="21" name="Title 14">
            <a:extLst>
              <a:ext uri="{FF2B5EF4-FFF2-40B4-BE49-F238E27FC236}">
                <a16:creationId xmlns:a16="http://schemas.microsoft.com/office/drawing/2014/main" id="{248C9794-E017-B221-E87C-6CCAE63678A7}"/>
              </a:ext>
            </a:extLst>
          </p:cNvPr>
          <p:cNvSpPr>
            <a:spLocks noGrp="1"/>
          </p:cNvSpPr>
          <p:nvPr>
            <p:ph type="title" hasCustomPrompt="1"/>
          </p:nvPr>
        </p:nvSpPr>
        <p:spPr>
          <a:xfrm>
            <a:off x="396240" y="4224870"/>
            <a:ext cx="11399520" cy="1709392"/>
          </a:xfrm>
          <a:prstGeom prst="rect">
            <a:avLst/>
          </a:prstGeom>
        </p:spPr>
        <p:txBody>
          <a:bodyPr vert="horz" anchor="b"/>
          <a:lstStyle>
            <a:lvl1pPr algn="ctr">
              <a:lnSpc>
                <a:spcPct val="85000"/>
              </a:lnSpc>
              <a:defRPr sz="5400" spc="-20" baseline="0">
                <a:solidFill>
                  <a:schemeClr val="bg1"/>
                </a:solidFill>
                <a:latin typeface="GT Ultra Median Lloyds Black" panose="020B0604020202020204" charset="0"/>
              </a:defRPr>
            </a:lvl1pPr>
          </a:lstStyle>
          <a:p>
            <a:r>
              <a:rPr lang="en-US"/>
              <a:t>Click to edit Master </a:t>
            </a:r>
            <a:br>
              <a:rPr lang="en-US"/>
            </a:br>
            <a:r>
              <a:rPr lang="en-US"/>
              <a:t>title style</a:t>
            </a:r>
            <a:endParaRPr lang="en-GB"/>
          </a:p>
        </p:txBody>
      </p:sp>
      <p:sp>
        <p:nvSpPr>
          <p:cNvPr id="23" name="Text Placeholder 3">
            <a:extLst>
              <a:ext uri="{FF2B5EF4-FFF2-40B4-BE49-F238E27FC236}">
                <a16:creationId xmlns:a16="http://schemas.microsoft.com/office/drawing/2014/main" id="{8B3016D5-E343-037E-A477-394C1DF04A06}"/>
              </a:ext>
            </a:extLst>
          </p:cNvPr>
          <p:cNvSpPr>
            <a:spLocks noGrp="1"/>
          </p:cNvSpPr>
          <p:nvPr>
            <p:ph type="body" sz="quarter" idx="14"/>
          </p:nvPr>
        </p:nvSpPr>
        <p:spPr>
          <a:xfrm>
            <a:off x="396240" y="6034475"/>
            <a:ext cx="11399520" cy="394585"/>
          </a:xfrm>
        </p:spPr>
        <p:txBody>
          <a:bodyPr anchor="t"/>
          <a:lstStyle>
            <a:lvl1pPr algn="ctr">
              <a:defRPr b="0">
                <a:solidFill>
                  <a:schemeClr val="bg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p:ph type="dt" sz="half" idx="12"/>
          </p:nvPr>
        </p:nvSpPr>
        <p:spPr/>
        <p:txBody>
          <a:bodyPr/>
          <a:lstStyle>
            <a:lvl1pPr>
              <a:defRPr>
                <a:solidFill>
                  <a:schemeClr val="bg1"/>
                </a:solidFill>
              </a:defRPr>
            </a:lvl1pPr>
          </a:lstStyle>
          <a:p>
            <a:fld id="{0FF81978-7425-4821-AC1B-FA4BC778E887}"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p:ph type="ftr" sz="quarter" idx="10"/>
          </p:nvPr>
        </p:nvSpPr>
        <p:spPr/>
        <p:txBody>
          <a:bodyPr/>
          <a:lstStyle>
            <a:lvl1pPr>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764533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2_Title Slide (Expressive Cancara 04)">
    <p:bg>
      <p:bgPr>
        <a:solidFill>
          <a:srgbClr val="6CF479"/>
        </a:solidFill>
        <a:effectLst/>
      </p:bgPr>
    </p:bg>
    <p:spTree>
      <p:nvGrpSpPr>
        <p:cNvPr id="1" name=""/>
        <p:cNvGrpSpPr/>
        <p:nvPr/>
      </p:nvGrpSpPr>
      <p:grpSpPr>
        <a:xfrm>
          <a:off x="0" y="0"/>
          <a:ext cx="0" cy="0"/>
          <a:chOff x="0" y="0"/>
          <a:chExt cx="0" cy="0"/>
        </a:xfrm>
      </p:grpSpPr>
      <p:grpSp>
        <p:nvGrpSpPr>
          <p:cNvPr id="2" name="Group 1" descr="Extreme close up of Lloyds Banking Group logo">
            <a:extLst>
              <a:ext uri="{FF2B5EF4-FFF2-40B4-BE49-F238E27FC236}">
                <a16:creationId xmlns:a16="http://schemas.microsoft.com/office/drawing/2014/main" id="{0F632455-D4BE-0570-63FA-13096379C804}"/>
              </a:ext>
            </a:extLst>
          </p:cNvPr>
          <p:cNvGrpSpPr/>
          <p:nvPr userDrawn="1"/>
        </p:nvGrpSpPr>
        <p:grpSpPr>
          <a:xfrm>
            <a:off x="0" y="390527"/>
            <a:ext cx="7513320" cy="6467475"/>
            <a:chOff x="0" y="390525"/>
            <a:chExt cx="7513320" cy="6467475"/>
          </a:xfrm>
        </p:grpSpPr>
        <p:sp>
          <p:nvSpPr>
            <p:cNvPr id="20" name="Freeform: Shape 19">
              <a:extLst>
                <a:ext uri="{FF2B5EF4-FFF2-40B4-BE49-F238E27FC236}">
                  <a16:creationId xmlns:a16="http://schemas.microsoft.com/office/drawing/2014/main" id="{A2634314-D52B-F3FB-3A41-6BAC6AFCF95C}"/>
                </a:ext>
              </a:extLst>
            </p:cNvPr>
            <p:cNvSpPr/>
            <p:nvPr/>
          </p:nvSpPr>
          <p:spPr>
            <a:xfrm>
              <a:off x="0" y="390525"/>
              <a:ext cx="7513320" cy="6467475"/>
            </a:xfrm>
            <a:custGeom>
              <a:avLst/>
              <a:gdLst>
                <a:gd name="connsiteX0" fmla="*/ 3356207 w 7513320"/>
                <a:gd name="connsiteY0" fmla="*/ 0 h 6467475"/>
                <a:gd name="connsiteX1" fmla="*/ 3500550 w 7513320"/>
                <a:gd name="connsiteY1" fmla="*/ 308878 h 6467475"/>
                <a:gd name="connsiteX2" fmla="*/ 3503411 w 7513320"/>
                <a:gd name="connsiteY2" fmla="*/ 308878 h 6467475"/>
                <a:gd name="connsiteX3" fmla="*/ 3630449 w 7513320"/>
                <a:gd name="connsiteY3" fmla="*/ 51960 h 6467475"/>
                <a:gd name="connsiteX4" fmla="*/ 3722804 w 7513320"/>
                <a:gd name="connsiteY4" fmla="*/ 427239 h 6467475"/>
                <a:gd name="connsiteX5" fmla="*/ 3702639 w 7513320"/>
                <a:gd name="connsiteY5" fmla="*/ 508078 h 6467475"/>
                <a:gd name="connsiteX6" fmla="*/ 4005735 w 7513320"/>
                <a:gd name="connsiteY6" fmla="*/ 909355 h 6467475"/>
                <a:gd name="connsiteX7" fmla="*/ 3976881 w 7513320"/>
                <a:gd name="connsiteY7" fmla="*/ 1033497 h 6467475"/>
                <a:gd name="connsiteX8" fmla="*/ 4669710 w 7513320"/>
                <a:gd name="connsiteY8" fmla="*/ 1908211 h 6467475"/>
                <a:gd name="connsiteX9" fmla="*/ 4727453 w 7513320"/>
                <a:gd name="connsiteY9" fmla="*/ 2069870 h 6467475"/>
                <a:gd name="connsiteX10" fmla="*/ 4340619 w 7513320"/>
                <a:gd name="connsiteY10" fmla="*/ 2445168 h 6467475"/>
                <a:gd name="connsiteX11" fmla="*/ 4023076 w 7513320"/>
                <a:gd name="connsiteY11" fmla="*/ 2263290 h 6467475"/>
                <a:gd name="connsiteX12" fmla="*/ 3419708 w 7513320"/>
                <a:gd name="connsiteY12" fmla="*/ 1968830 h 6467475"/>
                <a:gd name="connsiteX13" fmla="*/ 3344658 w 7513320"/>
                <a:gd name="connsiteY13" fmla="*/ 2228650 h 6467475"/>
                <a:gd name="connsiteX14" fmla="*/ 4510957 w 7513320"/>
                <a:gd name="connsiteY14" fmla="*/ 3778864 h 6467475"/>
                <a:gd name="connsiteX15" fmla="*/ 5440518 w 7513320"/>
                <a:gd name="connsiteY15" fmla="*/ 3470003 h 6467475"/>
                <a:gd name="connsiteX16" fmla="*/ 7239040 w 7513320"/>
                <a:gd name="connsiteY16" fmla="*/ 5000039 h 6467475"/>
                <a:gd name="connsiteX17" fmla="*/ 7513320 w 7513320"/>
                <a:gd name="connsiteY17" fmla="*/ 5349328 h 6467475"/>
                <a:gd name="connsiteX18" fmla="*/ 6681904 w 7513320"/>
                <a:gd name="connsiteY18" fmla="*/ 5349328 h 6467475"/>
                <a:gd name="connsiteX19" fmla="*/ 6681904 w 7513320"/>
                <a:gd name="connsiteY19" fmla="*/ 5106838 h 6467475"/>
                <a:gd name="connsiteX20" fmla="*/ 6453821 w 7513320"/>
                <a:gd name="connsiteY20" fmla="*/ 5043337 h 6467475"/>
                <a:gd name="connsiteX21" fmla="*/ 5377018 w 7513320"/>
                <a:gd name="connsiteY21" fmla="*/ 4119538 h 6467475"/>
                <a:gd name="connsiteX22" fmla="*/ 4565805 w 7513320"/>
                <a:gd name="connsiteY22" fmla="*/ 4806603 h 6467475"/>
                <a:gd name="connsiteX23" fmla="*/ 5913954 w 7513320"/>
                <a:gd name="connsiteY23" fmla="*/ 4893203 h 6467475"/>
                <a:gd name="connsiteX24" fmla="*/ 5730344 w 7513320"/>
                <a:gd name="connsiteY24" fmla="*/ 6467475 h 6467475"/>
                <a:gd name="connsiteX25" fmla="*/ 5262683 w 7513320"/>
                <a:gd name="connsiteY25" fmla="*/ 6467475 h 6467475"/>
                <a:gd name="connsiteX26" fmla="*/ 5304313 w 7513320"/>
                <a:gd name="connsiteY26" fmla="*/ 6349352 h 6467475"/>
                <a:gd name="connsiteX27" fmla="*/ 5466514 w 7513320"/>
                <a:gd name="connsiteY27" fmla="*/ 5441718 h 6467475"/>
                <a:gd name="connsiteX28" fmla="*/ 5443416 w 7513320"/>
                <a:gd name="connsiteY28" fmla="*/ 5303168 h 6467475"/>
                <a:gd name="connsiteX29" fmla="*/ 5290420 w 7513320"/>
                <a:gd name="connsiteY29" fmla="*/ 5320474 h 6467475"/>
                <a:gd name="connsiteX30" fmla="*/ 4496511 w 7513320"/>
                <a:gd name="connsiteY30" fmla="*/ 5782355 h 6467475"/>
                <a:gd name="connsiteX31" fmla="*/ 3575601 w 7513320"/>
                <a:gd name="connsiteY31" fmla="*/ 6111479 h 6467475"/>
                <a:gd name="connsiteX32" fmla="*/ 3120545 w 7513320"/>
                <a:gd name="connsiteY32" fmla="*/ 6439592 h 6467475"/>
                <a:gd name="connsiteX33" fmla="*/ 3058479 w 7513320"/>
                <a:gd name="connsiteY33" fmla="*/ 6467475 h 6467475"/>
                <a:gd name="connsiteX34" fmla="*/ 0 w 7513320"/>
                <a:gd name="connsiteY34" fmla="*/ 6467475 h 6467475"/>
                <a:gd name="connsiteX35" fmla="*/ 0 w 7513320"/>
                <a:gd name="connsiteY35" fmla="*/ 4754244 h 6467475"/>
                <a:gd name="connsiteX36" fmla="*/ 85493 w 7513320"/>
                <a:gd name="connsiteY36" fmla="*/ 4746935 h 6467475"/>
                <a:gd name="connsiteX37" fmla="*/ 1548996 w 7513320"/>
                <a:gd name="connsiteY37" fmla="*/ 4546809 h 6467475"/>
                <a:gd name="connsiteX38" fmla="*/ 2019570 w 7513320"/>
                <a:gd name="connsiteY38" fmla="*/ 4021390 h 6467475"/>
                <a:gd name="connsiteX39" fmla="*/ 1872331 w 7513320"/>
                <a:gd name="connsiteY39" fmla="*/ 3851053 h 6467475"/>
                <a:gd name="connsiteX40" fmla="*/ 1725091 w 7513320"/>
                <a:gd name="connsiteY40" fmla="*/ 3966542 h 6467475"/>
                <a:gd name="connsiteX41" fmla="*/ 1577887 w 7513320"/>
                <a:gd name="connsiteY41" fmla="*/ 3660519 h 6467475"/>
                <a:gd name="connsiteX42" fmla="*/ 1693340 w 7513320"/>
                <a:gd name="connsiteY42" fmla="*/ 3322762 h 6467475"/>
                <a:gd name="connsiteX43" fmla="*/ 1335358 w 7513320"/>
                <a:gd name="connsiteY43" fmla="*/ 3285243 h 6467475"/>
                <a:gd name="connsiteX44" fmla="*/ 1667382 w 7513320"/>
                <a:gd name="connsiteY44" fmla="*/ 2511568 h 6467475"/>
                <a:gd name="connsiteX45" fmla="*/ 1667382 w 7513320"/>
                <a:gd name="connsiteY45" fmla="*/ 2508664 h 6467475"/>
                <a:gd name="connsiteX46" fmla="*/ 1141959 w 7513320"/>
                <a:gd name="connsiteY46" fmla="*/ 1836028 h 6467475"/>
                <a:gd name="connsiteX47" fmla="*/ 1283406 w 7513320"/>
                <a:gd name="connsiteY47" fmla="*/ 1896648 h 6467475"/>
                <a:gd name="connsiteX48" fmla="*/ 1404653 w 7513320"/>
                <a:gd name="connsiteY48" fmla="*/ 1749431 h 6467475"/>
                <a:gd name="connsiteX49" fmla="*/ 1121760 w 7513320"/>
                <a:gd name="connsiteY49" fmla="*/ 1353932 h 6467475"/>
                <a:gd name="connsiteX50" fmla="*/ 1869470 w 7513320"/>
                <a:gd name="connsiteY50" fmla="*/ 1111435 h 6467475"/>
                <a:gd name="connsiteX51" fmla="*/ 1872331 w 7513320"/>
                <a:gd name="connsiteY51" fmla="*/ 1108553 h 6467475"/>
                <a:gd name="connsiteX52" fmla="*/ 1880983 w 7513320"/>
                <a:gd name="connsiteY52" fmla="*/ 539835 h 6467475"/>
                <a:gd name="connsiteX53" fmla="*/ 2129267 w 7513320"/>
                <a:gd name="connsiteY53" fmla="*/ 661076 h 6467475"/>
                <a:gd name="connsiteX54" fmla="*/ 2816339 w 7513320"/>
                <a:gd name="connsiteY54" fmla="*/ 202080 h 6467475"/>
                <a:gd name="connsiteX55" fmla="*/ 2995330 w 7513320"/>
                <a:gd name="connsiteY55" fmla="*/ 513856 h 6467475"/>
                <a:gd name="connsiteX56" fmla="*/ 3356207 w 7513320"/>
                <a:gd name="connsiteY56" fmla="*/ 0 h 646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513320" h="6467475">
                  <a:moveTo>
                    <a:pt x="3356207" y="0"/>
                  </a:moveTo>
                  <a:cubicBezTo>
                    <a:pt x="3448599" y="51960"/>
                    <a:pt x="3514996" y="141439"/>
                    <a:pt x="3500550" y="308878"/>
                  </a:cubicBezTo>
                  <a:lnTo>
                    <a:pt x="3503411" y="308878"/>
                  </a:lnTo>
                  <a:lnTo>
                    <a:pt x="3630449" y="51960"/>
                  </a:lnTo>
                  <a:cubicBezTo>
                    <a:pt x="3737250" y="141439"/>
                    <a:pt x="3757450" y="291557"/>
                    <a:pt x="3722804" y="427239"/>
                  </a:cubicBezTo>
                  <a:cubicBezTo>
                    <a:pt x="3714151" y="461878"/>
                    <a:pt x="3702639" y="487877"/>
                    <a:pt x="3702639" y="508078"/>
                  </a:cubicBezTo>
                  <a:cubicBezTo>
                    <a:pt x="3702639" y="609117"/>
                    <a:pt x="4005735" y="684177"/>
                    <a:pt x="4005735" y="909355"/>
                  </a:cubicBezTo>
                  <a:cubicBezTo>
                    <a:pt x="4005735" y="946876"/>
                    <a:pt x="3994187" y="987293"/>
                    <a:pt x="3976881" y="1033497"/>
                  </a:cubicBezTo>
                  <a:lnTo>
                    <a:pt x="4669710" y="1908211"/>
                  </a:lnTo>
                  <a:cubicBezTo>
                    <a:pt x="4713009" y="1963049"/>
                    <a:pt x="4727453" y="2020789"/>
                    <a:pt x="4727453" y="2069870"/>
                  </a:cubicBezTo>
                  <a:cubicBezTo>
                    <a:pt x="4727453" y="2251749"/>
                    <a:pt x="4568701" y="2445168"/>
                    <a:pt x="4340619" y="2445168"/>
                  </a:cubicBezTo>
                  <a:cubicBezTo>
                    <a:pt x="4115432" y="2445168"/>
                    <a:pt x="4034589" y="2321026"/>
                    <a:pt x="4023076" y="2263290"/>
                  </a:cubicBezTo>
                  <a:lnTo>
                    <a:pt x="3419708" y="1968830"/>
                  </a:lnTo>
                  <a:cubicBezTo>
                    <a:pt x="3385061" y="2026571"/>
                    <a:pt x="3344658" y="2121828"/>
                    <a:pt x="3344658" y="2228650"/>
                  </a:cubicBezTo>
                  <a:cubicBezTo>
                    <a:pt x="3344658" y="2892626"/>
                    <a:pt x="4282874" y="2909946"/>
                    <a:pt x="4510957" y="3778864"/>
                  </a:cubicBezTo>
                  <a:lnTo>
                    <a:pt x="5440518" y="3470003"/>
                  </a:lnTo>
                  <a:cubicBezTo>
                    <a:pt x="6104493" y="4116640"/>
                    <a:pt x="6806010" y="4743103"/>
                    <a:pt x="7239040" y="5000039"/>
                  </a:cubicBezTo>
                  <a:lnTo>
                    <a:pt x="7513320" y="5349328"/>
                  </a:lnTo>
                  <a:lnTo>
                    <a:pt x="6681904" y="5349328"/>
                  </a:lnTo>
                  <a:lnTo>
                    <a:pt x="6681904" y="5106838"/>
                  </a:lnTo>
                  <a:lnTo>
                    <a:pt x="6453821" y="5043337"/>
                  </a:lnTo>
                  <a:cubicBezTo>
                    <a:pt x="6104493" y="4494821"/>
                    <a:pt x="5631059" y="4194587"/>
                    <a:pt x="5377018" y="4119538"/>
                  </a:cubicBezTo>
                  <a:cubicBezTo>
                    <a:pt x="5068092" y="4307180"/>
                    <a:pt x="4837151" y="4503510"/>
                    <a:pt x="4565805" y="4806603"/>
                  </a:cubicBezTo>
                  <a:cubicBezTo>
                    <a:pt x="5007489" y="4771994"/>
                    <a:pt x="5501161" y="4815293"/>
                    <a:pt x="5913954" y="4893203"/>
                  </a:cubicBezTo>
                  <a:lnTo>
                    <a:pt x="5730344" y="6467475"/>
                  </a:lnTo>
                  <a:lnTo>
                    <a:pt x="5262683" y="6467475"/>
                  </a:lnTo>
                  <a:lnTo>
                    <a:pt x="5304313" y="6349352"/>
                  </a:lnTo>
                  <a:cubicBezTo>
                    <a:pt x="5446611" y="5913458"/>
                    <a:pt x="5466514" y="5613476"/>
                    <a:pt x="5466514" y="5441718"/>
                  </a:cubicBezTo>
                  <a:cubicBezTo>
                    <a:pt x="5466514" y="5381078"/>
                    <a:pt x="5463617" y="5323370"/>
                    <a:pt x="5443416" y="5303168"/>
                  </a:cubicBezTo>
                  <a:cubicBezTo>
                    <a:pt x="5426074" y="5285827"/>
                    <a:pt x="5353921" y="5303168"/>
                    <a:pt x="5290420" y="5320474"/>
                  </a:cubicBezTo>
                  <a:cubicBezTo>
                    <a:pt x="5122978" y="5366669"/>
                    <a:pt x="4848699" y="5496566"/>
                    <a:pt x="4496511" y="5782355"/>
                  </a:cubicBezTo>
                  <a:cubicBezTo>
                    <a:pt x="4178969" y="6042186"/>
                    <a:pt x="4005735" y="6160535"/>
                    <a:pt x="3575601" y="6111479"/>
                  </a:cubicBezTo>
                  <a:cubicBezTo>
                    <a:pt x="3454346" y="6237059"/>
                    <a:pt x="3299173" y="6346400"/>
                    <a:pt x="3120545" y="6439592"/>
                  </a:cubicBezTo>
                  <a:lnTo>
                    <a:pt x="3058479" y="6467475"/>
                  </a:lnTo>
                  <a:lnTo>
                    <a:pt x="0" y="6467475"/>
                  </a:lnTo>
                  <a:lnTo>
                    <a:pt x="0" y="4754244"/>
                  </a:lnTo>
                  <a:lnTo>
                    <a:pt x="85493" y="4746935"/>
                  </a:lnTo>
                  <a:cubicBezTo>
                    <a:pt x="583882" y="4715120"/>
                    <a:pt x="1115965" y="4730821"/>
                    <a:pt x="1548996" y="4546809"/>
                  </a:cubicBezTo>
                  <a:cubicBezTo>
                    <a:pt x="1805933" y="4437113"/>
                    <a:pt x="2019570" y="4243679"/>
                    <a:pt x="2019570" y="4021390"/>
                  </a:cubicBezTo>
                  <a:cubicBezTo>
                    <a:pt x="2019570" y="3914591"/>
                    <a:pt x="1958929" y="3851053"/>
                    <a:pt x="1872331" y="3851053"/>
                  </a:cubicBezTo>
                  <a:cubicBezTo>
                    <a:pt x="1829032" y="3851053"/>
                    <a:pt x="1762636" y="3871254"/>
                    <a:pt x="1725091" y="3966542"/>
                  </a:cubicBezTo>
                  <a:cubicBezTo>
                    <a:pt x="1612534" y="3868396"/>
                    <a:pt x="1577887" y="3764456"/>
                    <a:pt x="1577887" y="3660519"/>
                  </a:cubicBezTo>
                  <a:cubicBezTo>
                    <a:pt x="1577887" y="3487323"/>
                    <a:pt x="1632698" y="3406481"/>
                    <a:pt x="1693340" y="3322762"/>
                  </a:cubicBezTo>
                  <a:cubicBezTo>
                    <a:pt x="1635633" y="3172644"/>
                    <a:pt x="1456604" y="3138001"/>
                    <a:pt x="1335358" y="3285243"/>
                  </a:cubicBezTo>
                  <a:cubicBezTo>
                    <a:pt x="1185258" y="3008104"/>
                    <a:pt x="1277652" y="2627025"/>
                    <a:pt x="1667382" y="2511568"/>
                  </a:cubicBezTo>
                  <a:lnTo>
                    <a:pt x="1667382" y="2508664"/>
                  </a:lnTo>
                  <a:cubicBezTo>
                    <a:pt x="1211254" y="2433608"/>
                    <a:pt x="1090008" y="2150708"/>
                    <a:pt x="1141959" y="1836028"/>
                  </a:cubicBezTo>
                  <a:cubicBezTo>
                    <a:pt x="1185258" y="1873568"/>
                    <a:pt x="1234351" y="1896648"/>
                    <a:pt x="1283406" y="1896648"/>
                  </a:cubicBezTo>
                  <a:cubicBezTo>
                    <a:pt x="1358494" y="1896648"/>
                    <a:pt x="1404653" y="1836028"/>
                    <a:pt x="1404653" y="1749431"/>
                  </a:cubicBezTo>
                  <a:cubicBezTo>
                    <a:pt x="1404653" y="1657050"/>
                    <a:pt x="1358494" y="1512712"/>
                    <a:pt x="1121760" y="1353932"/>
                  </a:cubicBezTo>
                  <a:cubicBezTo>
                    <a:pt x="1329603" y="1042152"/>
                    <a:pt x="1687584" y="995953"/>
                    <a:pt x="1869470" y="1111435"/>
                  </a:cubicBezTo>
                  <a:lnTo>
                    <a:pt x="1872331" y="1108553"/>
                  </a:lnTo>
                  <a:cubicBezTo>
                    <a:pt x="1779939" y="981516"/>
                    <a:pt x="1733743" y="759234"/>
                    <a:pt x="1880983" y="539835"/>
                  </a:cubicBezTo>
                  <a:cubicBezTo>
                    <a:pt x="1915630" y="588915"/>
                    <a:pt x="1999369" y="661076"/>
                    <a:pt x="2129267" y="661076"/>
                  </a:cubicBezTo>
                  <a:cubicBezTo>
                    <a:pt x="2510347" y="661076"/>
                    <a:pt x="2524793" y="242478"/>
                    <a:pt x="2816339" y="202080"/>
                  </a:cubicBezTo>
                  <a:cubicBezTo>
                    <a:pt x="2799033" y="331978"/>
                    <a:pt x="2833644" y="513856"/>
                    <a:pt x="2995330" y="513856"/>
                  </a:cubicBezTo>
                  <a:cubicBezTo>
                    <a:pt x="3206070" y="513856"/>
                    <a:pt x="3304218" y="196298"/>
                    <a:pt x="3356207" y="0"/>
                  </a:cubicBezTo>
                  <a:close/>
                </a:path>
              </a:pathLst>
            </a:custGeom>
            <a:solidFill>
              <a:srgbClr val="000000"/>
            </a:solidFill>
            <a:ln w="0" cap="flat">
              <a:noFill/>
              <a:prstDash val="solid"/>
              <a:miter/>
            </a:ln>
          </p:spPr>
          <p:txBody>
            <a:bodyPr wrap="square" rtlCol="0" anchor="ctr">
              <a:noAutofit/>
            </a:bodyPr>
            <a:lstStyle/>
            <a:p>
              <a:endParaRPr lang="en-GB" sz="1092"/>
            </a:p>
          </p:txBody>
        </p:sp>
        <p:sp>
          <p:nvSpPr>
            <p:cNvPr id="17" name="Freeform: Shape 16">
              <a:extLst>
                <a:ext uri="{FF2B5EF4-FFF2-40B4-BE49-F238E27FC236}">
                  <a16:creationId xmlns:a16="http://schemas.microsoft.com/office/drawing/2014/main" id="{350A941F-3CB2-9845-276F-C652DAB4BC91}"/>
                </a:ext>
              </a:extLst>
            </p:cNvPr>
            <p:cNvSpPr/>
            <p:nvPr/>
          </p:nvSpPr>
          <p:spPr>
            <a:xfrm>
              <a:off x="1" y="1008303"/>
              <a:ext cx="4545567" cy="5378213"/>
            </a:xfrm>
            <a:custGeom>
              <a:avLst/>
              <a:gdLst>
                <a:gd name="connsiteX0" fmla="*/ 2790343 w 4545567"/>
                <a:gd name="connsiteY0" fmla="*/ 207858 h 5378213"/>
                <a:gd name="connsiteX1" fmla="*/ 2189908 w 4545567"/>
                <a:gd name="connsiteY1" fmla="*/ 1454971 h 5378213"/>
                <a:gd name="connsiteX2" fmla="*/ 3035732 w 4545567"/>
                <a:gd name="connsiteY2" fmla="*/ 2725208 h 5378213"/>
                <a:gd name="connsiteX3" fmla="*/ 4112571 w 4545567"/>
                <a:gd name="connsiteY3" fmla="*/ 3296815 h 5378213"/>
                <a:gd name="connsiteX4" fmla="*/ 3592905 w 4545567"/>
                <a:gd name="connsiteY4" fmla="*/ 3123581 h 5378213"/>
                <a:gd name="connsiteX5" fmla="*/ 1199704 w 4545567"/>
                <a:gd name="connsiteY5" fmla="*/ 5378213 h 5378213"/>
                <a:gd name="connsiteX6" fmla="*/ 79571 w 4545567"/>
                <a:gd name="connsiteY6" fmla="*/ 4587208 h 5378213"/>
                <a:gd name="connsiteX7" fmla="*/ 0 w 4545567"/>
                <a:gd name="connsiteY7" fmla="*/ 4591624 h 5378213"/>
                <a:gd name="connsiteX8" fmla="*/ 0 w 4545567"/>
                <a:gd name="connsiteY8" fmla="*/ 4375064 h 5378213"/>
                <a:gd name="connsiteX9" fmla="*/ 81891 w 4545567"/>
                <a:gd name="connsiteY9" fmla="*/ 4367296 h 5378213"/>
                <a:gd name="connsiteX10" fmla="*/ 1808829 w 4545567"/>
                <a:gd name="connsiteY10" fmla="*/ 4073375 h 5378213"/>
                <a:gd name="connsiteX11" fmla="*/ 2394856 w 4545567"/>
                <a:gd name="connsiteY11" fmla="*/ 3357418 h 5378213"/>
                <a:gd name="connsiteX12" fmla="*/ 1906977 w 4545567"/>
                <a:gd name="connsiteY12" fmla="*/ 1732111 h 5378213"/>
                <a:gd name="connsiteX13" fmla="*/ 2790343 w 4545567"/>
                <a:gd name="connsiteY13" fmla="*/ 207858 h 5378213"/>
                <a:gd name="connsiteX14" fmla="*/ 3431257 w 4545567"/>
                <a:gd name="connsiteY14" fmla="*/ 0 h 5378213"/>
                <a:gd name="connsiteX15" fmla="*/ 3855635 w 4545567"/>
                <a:gd name="connsiteY15" fmla="*/ 314680 h 5378213"/>
                <a:gd name="connsiteX16" fmla="*/ 3803646 w 4545567"/>
                <a:gd name="connsiteY16" fmla="*/ 415719 h 5378213"/>
                <a:gd name="connsiteX17" fmla="*/ 4545567 w 4545567"/>
                <a:gd name="connsiteY17" fmla="*/ 1345271 h 5378213"/>
                <a:gd name="connsiteX18" fmla="*/ 4412771 w 4545567"/>
                <a:gd name="connsiteY18" fmla="*/ 1368373 h 5378213"/>
                <a:gd name="connsiteX19" fmla="*/ 4360820 w 4545567"/>
                <a:gd name="connsiteY19" fmla="*/ 1423231 h 5378213"/>
                <a:gd name="connsiteX20" fmla="*/ 4438766 w 4545567"/>
                <a:gd name="connsiteY20" fmla="*/ 1607992 h 5378213"/>
                <a:gd name="connsiteX21" fmla="*/ 4326173 w 4545567"/>
                <a:gd name="connsiteY21" fmla="*/ 1639730 h 5378213"/>
                <a:gd name="connsiteX22" fmla="*/ 4204927 w 4545567"/>
                <a:gd name="connsiteY22" fmla="*/ 1541594 h 5378213"/>
                <a:gd name="connsiteX23" fmla="*/ 4204927 w 4545567"/>
                <a:gd name="connsiteY23" fmla="*/ 1541591 h 5378213"/>
                <a:gd name="connsiteX24" fmla="*/ 4233817 w 4545567"/>
                <a:gd name="connsiteY24" fmla="*/ 1336612 h 5378213"/>
                <a:gd name="connsiteX25" fmla="*/ 4178969 w 4545567"/>
                <a:gd name="connsiteY25" fmla="*/ 1180735 h 5378213"/>
                <a:gd name="connsiteX26" fmla="*/ 3864288 w 4545567"/>
                <a:gd name="connsiteY26" fmla="*/ 773675 h 5378213"/>
                <a:gd name="connsiteX27" fmla="*/ 3341762 w 4545567"/>
                <a:gd name="connsiteY27" fmla="*/ 568717 h 5378213"/>
                <a:gd name="connsiteX28" fmla="*/ 3561155 w 4545567"/>
                <a:gd name="connsiteY28" fmla="*/ 274259 h 5378213"/>
                <a:gd name="connsiteX29" fmla="*/ 3431257 w 4545567"/>
                <a:gd name="connsiteY29" fmla="*/ 0 h 53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45567" h="5378213">
                  <a:moveTo>
                    <a:pt x="2790343" y="207858"/>
                  </a:moveTo>
                  <a:cubicBezTo>
                    <a:pt x="2383308" y="560059"/>
                    <a:pt x="2189908" y="964213"/>
                    <a:pt x="2189908" y="1454971"/>
                  </a:cubicBezTo>
                  <a:cubicBezTo>
                    <a:pt x="2189908" y="1948629"/>
                    <a:pt x="2383308" y="2468269"/>
                    <a:pt x="3035732" y="2725208"/>
                  </a:cubicBezTo>
                  <a:cubicBezTo>
                    <a:pt x="3497655" y="2907063"/>
                    <a:pt x="3927789" y="2912846"/>
                    <a:pt x="4112571" y="3296815"/>
                  </a:cubicBezTo>
                  <a:cubicBezTo>
                    <a:pt x="3947990" y="3166880"/>
                    <a:pt x="3740145" y="3123581"/>
                    <a:pt x="3592905" y="3123581"/>
                  </a:cubicBezTo>
                  <a:cubicBezTo>
                    <a:pt x="2654689" y="3123581"/>
                    <a:pt x="2299604" y="4878790"/>
                    <a:pt x="1199704" y="5378213"/>
                  </a:cubicBezTo>
                  <a:cubicBezTo>
                    <a:pt x="1433542" y="4769094"/>
                    <a:pt x="729129" y="4572799"/>
                    <a:pt x="79571" y="4587208"/>
                  </a:cubicBezTo>
                  <a:lnTo>
                    <a:pt x="0" y="4591624"/>
                  </a:lnTo>
                  <a:lnTo>
                    <a:pt x="0" y="4375064"/>
                  </a:lnTo>
                  <a:lnTo>
                    <a:pt x="81891" y="4367296"/>
                  </a:lnTo>
                  <a:cubicBezTo>
                    <a:pt x="611474" y="4328789"/>
                    <a:pt x="1263205" y="4343650"/>
                    <a:pt x="1808829" y="4073375"/>
                  </a:cubicBezTo>
                  <a:cubicBezTo>
                    <a:pt x="2100412" y="3929032"/>
                    <a:pt x="2394856" y="3686506"/>
                    <a:pt x="2394856" y="3357418"/>
                  </a:cubicBezTo>
                  <a:cubicBezTo>
                    <a:pt x="2394856" y="2961927"/>
                    <a:pt x="1906977" y="2572186"/>
                    <a:pt x="1906977" y="1732111"/>
                  </a:cubicBezTo>
                  <a:cubicBezTo>
                    <a:pt x="1906977" y="1183612"/>
                    <a:pt x="2149469" y="551399"/>
                    <a:pt x="2790343" y="207858"/>
                  </a:cubicBezTo>
                  <a:close/>
                  <a:moveTo>
                    <a:pt x="3431257" y="0"/>
                  </a:moveTo>
                  <a:cubicBezTo>
                    <a:pt x="3546710" y="20201"/>
                    <a:pt x="3855635" y="147239"/>
                    <a:pt x="3855635" y="314680"/>
                  </a:cubicBezTo>
                  <a:cubicBezTo>
                    <a:pt x="3855635" y="349318"/>
                    <a:pt x="3838294" y="381058"/>
                    <a:pt x="3803646" y="415719"/>
                  </a:cubicBezTo>
                  <a:lnTo>
                    <a:pt x="4545567" y="1345271"/>
                  </a:lnTo>
                  <a:cubicBezTo>
                    <a:pt x="4519608" y="1385693"/>
                    <a:pt x="4461863" y="1368373"/>
                    <a:pt x="4412771" y="1368373"/>
                  </a:cubicBezTo>
                  <a:cubicBezTo>
                    <a:pt x="4381059" y="1368373"/>
                    <a:pt x="4360820" y="1388574"/>
                    <a:pt x="4360820" y="1423231"/>
                  </a:cubicBezTo>
                  <a:cubicBezTo>
                    <a:pt x="4360820" y="1486732"/>
                    <a:pt x="4409911" y="1564671"/>
                    <a:pt x="4438766" y="1607992"/>
                  </a:cubicBezTo>
                  <a:cubicBezTo>
                    <a:pt x="4415668" y="1622410"/>
                    <a:pt x="4372369" y="1639730"/>
                    <a:pt x="4326173" y="1639730"/>
                  </a:cubicBezTo>
                  <a:cubicBezTo>
                    <a:pt x="4268428" y="1639730"/>
                    <a:pt x="4204927" y="1619534"/>
                    <a:pt x="4204927" y="1541594"/>
                  </a:cubicBezTo>
                  <a:lnTo>
                    <a:pt x="4204927" y="1541591"/>
                  </a:lnTo>
                  <a:cubicBezTo>
                    <a:pt x="4204927" y="1492513"/>
                    <a:pt x="4233817" y="1408794"/>
                    <a:pt x="4233817" y="1336612"/>
                  </a:cubicBezTo>
                  <a:cubicBezTo>
                    <a:pt x="4233817" y="1299094"/>
                    <a:pt x="4225129" y="1252894"/>
                    <a:pt x="4178969" y="1180735"/>
                  </a:cubicBezTo>
                  <a:cubicBezTo>
                    <a:pt x="4112571" y="1079695"/>
                    <a:pt x="3985533" y="903595"/>
                    <a:pt x="3864288" y="773675"/>
                  </a:cubicBezTo>
                  <a:cubicBezTo>
                    <a:pt x="3702638" y="603357"/>
                    <a:pt x="3561155" y="554276"/>
                    <a:pt x="3341762" y="568717"/>
                  </a:cubicBezTo>
                  <a:cubicBezTo>
                    <a:pt x="3520752" y="470557"/>
                    <a:pt x="3561155" y="378181"/>
                    <a:pt x="3561155" y="274259"/>
                  </a:cubicBezTo>
                  <a:cubicBezTo>
                    <a:pt x="3561155" y="184760"/>
                    <a:pt x="3512099" y="89498"/>
                    <a:pt x="3431257" y="0"/>
                  </a:cubicBezTo>
                  <a:close/>
                </a:path>
              </a:pathLst>
            </a:custGeom>
            <a:solidFill>
              <a:srgbClr val="0BE248"/>
            </a:solidFill>
            <a:ln w="0" cap="flat">
              <a:noFill/>
              <a:prstDash val="solid"/>
              <a:miter/>
            </a:ln>
          </p:spPr>
          <p:txBody>
            <a:bodyPr wrap="square" rtlCol="0" anchor="ctr">
              <a:noAutofit/>
            </a:bodyPr>
            <a:lstStyle/>
            <a:p>
              <a:endParaRPr lang="en-GB" sz="1092"/>
            </a:p>
          </p:txBody>
        </p:sp>
      </p:grpSp>
      <p:sp>
        <p:nvSpPr>
          <p:cNvPr id="11" name="Title 14">
            <a:extLst>
              <a:ext uri="{FF2B5EF4-FFF2-40B4-BE49-F238E27FC236}">
                <a16:creationId xmlns:a16="http://schemas.microsoft.com/office/drawing/2014/main" id="{F400E925-2042-8E3A-2316-DFB79E788CA6}"/>
              </a:ext>
            </a:extLst>
          </p:cNvPr>
          <p:cNvSpPr>
            <a:spLocks noGrp="1"/>
          </p:cNvSpPr>
          <p:nvPr userDrawn="1">
            <p:ph type="title" hasCustomPrompt="1"/>
          </p:nvPr>
        </p:nvSpPr>
        <p:spPr>
          <a:xfrm>
            <a:off x="6657174" y="390525"/>
            <a:ext cx="5136363" cy="3658504"/>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a:t>
            </a:r>
            <a:br>
              <a:rPr lang="en-US"/>
            </a:br>
            <a:r>
              <a:rPr lang="en-US"/>
              <a:t>title style</a:t>
            </a:r>
            <a:endParaRPr lang="en-GB"/>
          </a:p>
        </p:txBody>
      </p:sp>
      <p:sp>
        <p:nvSpPr>
          <p:cNvPr id="13" name="Text Placeholder 3">
            <a:extLst>
              <a:ext uri="{FF2B5EF4-FFF2-40B4-BE49-F238E27FC236}">
                <a16:creationId xmlns:a16="http://schemas.microsoft.com/office/drawing/2014/main" id="{901B5DBF-BA3F-6D66-3C08-561D8FC52AA4}"/>
              </a:ext>
            </a:extLst>
          </p:cNvPr>
          <p:cNvSpPr>
            <a:spLocks noGrp="1"/>
          </p:cNvSpPr>
          <p:nvPr userDrawn="1">
            <p:ph type="body" sz="quarter" idx="14"/>
          </p:nvPr>
        </p:nvSpPr>
        <p:spPr>
          <a:xfrm>
            <a:off x="6657174" y="4200042"/>
            <a:ext cx="5136363" cy="1052678"/>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6DFA192E-ABFE-A978-9251-5CD4A69DE36B}"/>
              </a:ext>
            </a:extLst>
          </p:cNvPr>
          <p:cNvSpPr>
            <a:spLocks noGrp="1"/>
          </p:cNvSpPr>
          <p:nvPr userDrawn="1">
            <p:ph type="dt" sz="half" idx="12"/>
          </p:nvPr>
        </p:nvSpPr>
        <p:spPr/>
        <p:txBody>
          <a:bodyPr/>
          <a:lstStyle>
            <a:lvl1pPr>
              <a:defRPr>
                <a:solidFill>
                  <a:schemeClr val="bg1"/>
                </a:solidFill>
              </a:defRPr>
            </a:lvl1pPr>
          </a:lstStyle>
          <a:p>
            <a:fld id="{05DD9C60-D469-4350-803A-1E387B16F391}" type="datetime3">
              <a:rPr lang="en-GB" smtClean="0"/>
              <a:t>3 August, 2026</a:t>
            </a:fld>
            <a:endParaRPr lang="en-GB"/>
          </a:p>
        </p:txBody>
      </p:sp>
      <p:sp>
        <p:nvSpPr>
          <p:cNvPr id="3" name="Footer Placeholder 2">
            <a:extLst>
              <a:ext uri="{FF2B5EF4-FFF2-40B4-BE49-F238E27FC236}">
                <a16:creationId xmlns:a16="http://schemas.microsoft.com/office/drawing/2014/main" id="{A45A197F-EA2B-441C-7DC0-C0FC1CEB26BC}"/>
              </a:ext>
            </a:extLst>
          </p:cNvPr>
          <p:cNvSpPr>
            <a:spLocks noGrp="1"/>
          </p:cNvSpPr>
          <p:nvPr userDrawn="1">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userDrawn="1">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
        <p:nvSpPr>
          <p:cNvPr id="9" name="Rectangle 8">
            <a:extLst>
              <a:ext uri="{FF2B5EF4-FFF2-40B4-BE49-F238E27FC236}">
                <a16:creationId xmlns:a16="http://schemas.microsoft.com/office/drawing/2014/main" id="{5602AB8D-C6B2-371D-5D84-79B6B57217E7}"/>
              </a:ext>
            </a:extLst>
          </p:cNvPr>
          <p:cNvSpPr/>
          <p:nvPr userDrawn="1"/>
        </p:nvSpPr>
        <p:spPr>
          <a:xfrm>
            <a:off x="0" y="6959600"/>
            <a:ext cx="1130046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background colour can be changed by using the “Format Background” option, please keep to light colours for maximum accessibility like White, Calm Green and Light Grey.</a:t>
            </a:r>
          </a:p>
        </p:txBody>
      </p:sp>
    </p:spTree>
    <p:extLst>
      <p:ext uri="{BB962C8B-B14F-4D97-AF65-F5344CB8AC3E}">
        <p14:creationId xmlns:p14="http://schemas.microsoft.com/office/powerpoint/2010/main" val="245725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2_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2868020" y="1324273"/>
            <a:ext cx="6455935" cy="1598194"/>
          </a:xfrm>
          <a:prstGeom prst="rect">
            <a:avLst/>
          </a:prstGeom>
          <a:noFill/>
        </p:spPr>
        <p:txBody>
          <a:bodyPr wrap="none" lIns="0" tIns="0" rIns="0" bIns="0" rtlCol="0" anchor="b">
            <a:spAutoFit/>
          </a:bodyPr>
          <a:lstStyle/>
          <a:p>
            <a:pPr marL="0" marR="0" indent="0" algn="ctr" defTabSz="914426"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110292" y="2963458"/>
            <a:ext cx="7971413" cy="1477328"/>
          </a:xfrm>
          <a:prstGeom prst="rect">
            <a:avLst/>
          </a:prstGeom>
          <a:noFill/>
        </p:spPr>
        <p:txBody>
          <a:bodyPr wrap="none" lIns="0" tIns="0" rIns="0" bIns="0" rtlCol="0">
            <a:spAutoFit/>
          </a:bodyPr>
          <a:lstStyle/>
          <a:p>
            <a:pPr marL="0" marR="0" indent="0" algn="ctr" defTabSz="914426"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515717" y="5172704"/>
            <a:ext cx="7160615" cy="276999"/>
          </a:xfrm>
          <a:prstGeom prst="rect">
            <a:avLst/>
          </a:prstGeom>
          <a:noFill/>
        </p:spPr>
        <p:txBody>
          <a:bodyPr wrap="none" lIns="0" tIns="0" rIns="0" bIns="0" rtlCol="0">
            <a:spAutoFit/>
          </a:bodyPr>
          <a:lstStyle/>
          <a:p>
            <a:pPr marL="0" marR="0" indent="0" algn="ctr" defTabSz="914426"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82064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6_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26"/>
            <a:fld id="{D05BFB15-FC18-4DE5-A1D6-75E08CC6C47C}" type="slidenum">
              <a:rPr lang="en-GB" smtClean="0">
                <a:solidFill>
                  <a:prstClr val="black"/>
                </a:solidFill>
              </a:rPr>
              <a:pPr defTabSz="914426"/>
              <a:t>‹#›</a:t>
            </a:fld>
            <a:endParaRPr lang="en-GB">
              <a:solidFill>
                <a:prstClr val="black"/>
              </a:solidFill>
            </a:endParaRPr>
          </a:p>
        </p:txBody>
      </p:sp>
    </p:spTree>
    <p:extLst>
      <p:ext uri="{BB962C8B-B14F-4D97-AF65-F5344CB8AC3E}">
        <p14:creationId xmlns:p14="http://schemas.microsoft.com/office/powerpoint/2010/main" val="369617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16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2"/>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26"/>
            <a:fld id="{D05BFB15-FC18-4DE5-A1D6-75E08CC6C47C}" type="slidenum">
              <a:rPr lang="en-GB" smtClean="0">
                <a:solidFill>
                  <a:prstClr val="black"/>
                </a:solidFill>
              </a:rPr>
              <a:pPr defTabSz="914426"/>
              <a:t>‹#›</a:t>
            </a:fld>
            <a:endParaRPr lang="en-GB">
              <a:solidFill>
                <a:prstClr val="black"/>
              </a:solidFill>
            </a:endParaRPr>
          </a:p>
        </p:txBody>
      </p:sp>
    </p:spTree>
    <p:extLst>
      <p:ext uri="{BB962C8B-B14F-4D97-AF65-F5344CB8AC3E}">
        <p14:creationId xmlns:p14="http://schemas.microsoft.com/office/powerpoint/2010/main" val="54674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5_Title Slide (Full bleed image)">
    <p:spTree>
      <p:nvGrpSpPr>
        <p:cNvPr id="1" name=""/>
        <p:cNvGrpSpPr/>
        <p:nvPr/>
      </p:nvGrpSpPr>
      <p:grpSpPr>
        <a:xfrm>
          <a:off x="0" y="0"/>
          <a:ext cx="0" cy="0"/>
          <a:chOff x="0" y="0"/>
          <a:chExt cx="0" cy="0"/>
        </a:xfrm>
      </p:grpSpPr>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Tree>
    <p:extLst>
      <p:ext uri="{BB962C8B-B14F-4D97-AF65-F5344CB8AC3E}">
        <p14:creationId xmlns:p14="http://schemas.microsoft.com/office/powerpoint/2010/main" val="54404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Split title layout - graphic">
    <p:spTree>
      <p:nvGrpSpPr>
        <p:cNvPr id="1" name=""/>
        <p:cNvGrpSpPr/>
        <p:nvPr/>
      </p:nvGrpSpPr>
      <p:grpSpPr>
        <a:xfrm>
          <a:off x="0" y="0"/>
          <a:ext cx="0" cy="0"/>
          <a:chOff x="0" y="0"/>
          <a:chExt cx="0" cy="0"/>
        </a:xfrm>
      </p:grpSpPr>
      <p:sp>
        <p:nvSpPr>
          <p:cNvPr id="3" name="object 13">
            <a:extLst>
              <a:ext uri="{FF2B5EF4-FFF2-40B4-BE49-F238E27FC236}">
                <a16:creationId xmlns:a16="http://schemas.microsoft.com/office/drawing/2014/main" id="{5B68DFE2-73CF-A846-4885-A3E3B5E79FF8}"/>
              </a:ext>
              <a:ext uri="{C183D7F6-B498-43B3-948B-1728B52AA6E4}">
                <adec:decorative xmlns:adec="http://schemas.microsoft.com/office/drawing/2017/decorative" val="1"/>
              </a:ext>
            </a:extLst>
          </p:cNvPr>
          <p:cNvSpPr/>
          <p:nvPr userDrawn="1"/>
        </p:nvSpPr>
        <p:spPr>
          <a:xfrm>
            <a:off x="6096002" y="0"/>
            <a:ext cx="6095999" cy="6858000"/>
          </a:xfrm>
          <a:custGeom>
            <a:avLst/>
            <a:gdLst/>
            <a:ahLst/>
            <a:cxnLst/>
            <a:rect l="l" t="t" r="r" b="b"/>
            <a:pathLst>
              <a:path w="3204209" h="5969000">
                <a:moveTo>
                  <a:pt x="3204090" y="0"/>
                </a:moveTo>
                <a:lnTo>
                  <a:pt x="0" y="0"/>
                </a:lnTo>
                <a:lnTo>
                  <a:pt x="0" y="5968404"/>
                </a:lnTo>
                <a:lnTo>
                  <a:pt x="3204090" y="5968404"/>
                </a:lnTo>
                <a:lnTo>
                  <a:pt x="3204090" y="0"/>
                </a:lnTo>
                <a:close/>
              </a:path>
            </a:pathLst>
          </a:custGeom>
          <a:solidFill>
            <a:srgbClr val="11B67A"/>
          </a:solidFill>
        </p:spPr>
        <p:txBody>
          <a:bodyPr wrap="square" lIns="0" tIns="0" rIns="0" bIns="0" rtlCol="0"/>
          <a:lstStyle/>
          <a:p>
            <a:endParaRPr>
              <a:latin typeface="Arial" panose="020B0604020202020204" pitchFamily="34" charset="0"/>
            </a:endParaRPr>
          </a:p>
        </p:txBody>
      </p:sp>
      <p:pic>
        <p:nvPicPr>
          <p:cNvPr id="5" name="Graphic 4" descr="A coin falling onto a Mobile Phone Screen">
            <a:extLst>
              <a:ext uri="{FF2B5EF4-FFF2-40B4-BE49-F238E27FC236}">
                <a16:creationId xmlns:a16="http://schemas.microsoft.com/office/drawing/2014/main" id="{87999809-9ED8-0347-CB0C-2FEC55A34B2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979229" y="2031598"/>
            <a:ext cx="2704421" cy="2704421"/>
          </a:xfrm>
          <a:prstGeom prst="rect">
            <a:avLst/>
          </a:prstGeom>
        </p:spPr>
      </p:pic>
      <p:sp>
        <p:nvSpPr>
          <p:cNvPr id="13" name="Title 12">
            <a:extLst>
              <a:ext uri="{FF2B5EF4-FFF2-40B4-BE49-F238E27FC236}">
                <a16:creationId xmlns:a16="http://schemas.microsoft.com/office/drawing/2014/main" id="{BAEF5B14-8EC8-4B6B-0E12-DE488907C2DC}"/>
              </a:ext>
            </a:extLst>
          </p:cNvPr>
          <p:cNvSpPr>
            <a:spLocks noGrp="1"/>
          </p:cNvSpPr>
          <p:nvPr>
            <p:ph type="title"/>
          </p:nvPr>
        </p:nvSpPr>
        <p:spPr>
          <a:xfrm>
            <a:off x="754760" y="3087274"/>
            <a:ext cx="4976812" cy="712788"/>
          </a:xfrm>
          <a:prstGeom prst="rect">
            <a:avLst/>
          </a:prstGeom>
        </p:spPr>
        <p:txBody>
          <a:bodyPr/>
          <a:lstStyle>
            <a:lvl1pPr>
              <a:lnSpc>
                <a:spcPts val="5000"/>
              </a:lnSpc>
              <a:defRPr sz="5000" spc="-20" baseline="0">
                <a:latin typeface="GT Ultra Median Lloyds Black" panose="020B0604020202020204" charset="0"/>
              </a:defRPr>
            </a:lvl1pPr>
          </a:lstStyle>
          <a:p>
            <a:r>
              <a:rPr lang="en-US"/>
              <a:t>Click to edit Master title style</a:t>
            </a:r>
            <a:endParaRPr lang="en-GB"/>
          </a:p>
        </p:txBody>
      </p:sp>
      <p:sp>
        <p:nvSpPr>
          <p:cNvPr id="15" name="Text Placeholder 14">
            <a:extLst>
              <a:ext uri="{FF2B5EF4-FFF2-40B4-BE49-F238E27FC236}">
                <a16:creationId xmlns:a16="http://schemas.microsoft.com/office/drawing/2014/main" id="{EE60744F-A4CB-8722-7E40-E445DE39017F}"/>
              </a:ext>
            </a:extLst>
          </p:cNvPr>
          <p:cNvSpPr>
            <a:spLocks noGrp="1"/>
          </p:cNvSpPr>
          <p:nvPr>
            <p:ph type="body" sz="quarter" idx="10" hasCustomPrompt="1"/>
          </p:nvPr>
        </p:nvSpPr>
        <p:spPr>
          <a:xfrm>
            <a:off x="874713" y="3891877"/>
            <a:ext cx="2127250" cy="539750"/>
          </a:xfrm>
          <a:prstGeom prst="roundRect">
            <a:avLst>
              <a:gd name="adj" fmla="val 17403"/>
            </a:avLst>
          </a:prstGeom>
          <a:ln w="19050">
            <a:solidFill>
              <a:srgbClr val="323233"/>
            </a:solidFill>
          </a:ln>
        </p:spPr>
        <p:txBody>
          <a:bodyPr anchor="ctr"/>
          <a:lstStyle>
            <a:lvl1pPr marL="0" indent="0" algn="l">
              <a:lnSpc>
                <a:spcPct val="100000"/>
              </a:lnSpc>
              <a:buNone/>
              <a:defRPr sz="1800" baseline="0">
                <a:latin typeface="GT Ultra Lloyds Light" panose="020B0604020202020204" charset="0"/>
              </a:defRPr>
            </a:lvl1pPr>
            <a:lvl2pPr marL="457207" indent="0" algn="l">
              <a:lnSpc>
                <a:spcPct val="100000"/>
              </a:lnSpc>
              <a:buNone/>
              <a:defRPr sz="1800" baseline="0">
                <a:latin typeface="GT Ultra Lloyds Light" panose="020B0604020202020204" charset="0"/>
              </a:defRPr>
            </a:lvl2pPr>
            <a:lvl3pPr marL="914413" indent="0" algn="l">
              <a:lnSpc>
                <a:spcPct val="100000"/>
              </a:lnSpc>
              <a:buNone/>
              <a:defRPr sz="1800" baseline="0">
                <a:latin typeface="GT Ultra Lloyds Light" panose="020B0604020202020204" charset="0"/>
              </a:defRPr>
            </a:lvl3pPr>
            <a:lvl4pPr marL="1371620" indent="0" algn="l">
              <a:lnSpc>
                <a:spcPct val="100000"/>
              </a:lnSpc>
              <a:buNone/>
              <a:defRPr sz="1800" baseline="0">
                <a:latin typeface="GT Ultra Lloyds Light" panose="020B0604020202020204" charset="0"/>
              </a:defRPr>
            </a:lvl4pPr>
            <a:lvl5pPr marL="1828826" indent="0" algn="l">
              <a:lnSpc>
                <a:spcPct val="100000"/>
              </a:lnSpc>
              <a:buNone/>
              <a:defRPr sz="1800" baseline="0">
                <a:latin typeface="GT Ultra Lloyds Light" panose="020B0604020202020204" charset="0"/>
              </a:defRPr>
            </a:lvl5pPr>
          </a:lstStyle>
          <a:p>
            <a:pPr lvl="0"/>
            <a:r>
              <a:rPr lang="en-US"/>
              <a:t>Note</a:t>
            </a:r>
          </a:p>
        </p:txBody>
      </p:sp>
      <p:sp>
        <p:nvSpPr>
          <p:cNvPr id="16" name="Text Placeholder 10">
            <a:extLst>
              <a:ext uri="{FF2B5EF4-FFF2-40B4-BE49-F238E27FC236}">
                <a16:creationId xmlns:a16="http://schemas.microsoft.com/office/drawing/2014/main" id="{189CBDD5-71FB-7249-F3BB-65E449FCF5AD}"/>
              </a:ext>
            </a:extLst>
          </p:cNvPr>
          <p:cNvSpPr>
            <a:spLocks noGrp="1"/>
          </p:cNvSpPr>
          <p:nvPr>
            <p:ph type="body" sz="quarter" idx="11" hasCustomPrompt="1"/>
          </p:nvPr>
        </p:nvSpPr>
        <p:spPr>
          <a:xfrm>
            <a:off x="776410" y="2628369"/>
            <a:ext cx="2878137" cy="339568"/>
          </a:xfrm>
          <a:prstGeom prst="rect">
            <a:avLst/>
          </a:prstGeom>
        </p:spPr>
        <p:txBody>
          <a:bodyPr/>
          <a:lstStyle>
            <a:lvl1pPr marL="0" indent="0" algn="l">
              <a:buNone/>
              <a:defRPr sz="1800">
                <a:latin typeface="GT Ultra Lloyds Light" panose="020B0604020202020204" charset="0"/>
              </a:defRPr>
            </a:lvl1pPr>
          </a:lstStyle>
          <a:p>
            <a:pPr lvl="0"/>
            <a:r>
              <a:rPr lang="en-GB"/>
              <a:t>Section 1</a:t>
            </a:r>
          </a:p>
        </p:txBody>
      </p:sp>
      <p:sp>
        <p:nvSpPr>
          <p:cNvPr id="4" name="Slide Number Placeholder 5">
            <a:extLst>
              <a:ext uri="{FF2B5EF4-FFF2-40B4-BE49-F238E27FC236}">
                <a16:creationId xmlns:a16="http://schemas.microsoft.com/office/drawing/2014/main" id="{1B2FF2D9-E3D2-8856-04AF-9FEFE366E08E}"/>
              </a:ext>
            </a:extLst>
          </p:cNvPr>
          <p:cNvSpPr>
            <a:spLocks noGrp="1"/>
          </p:cNvSpPr>
          <p:nvPr>
            <p:ph type="sldNum" sz="quarter" idx="4"/>
          </p:nvPr>
        </p:nvSpPr>
        <p:spPr>
          <a:xfrm>
            <a:off x="10947400" y="6554926"/>
            <a:ext cx="916071" cy="204591"/>
          </a:xfrm>
          <a:prstGeom prst="rect">
            <a:avLst/>
          </a:prstGeom>
        </p:spPr>
        <p:txBody>
          <a:bodyPr vert="horz" lIns="90000" tIns="45720" rIns="0" bIns="45720" rtlCol="0" anchor="ctr"/>
          <a:lstStyle>
            <a:lvl1pPr algn="r">
              <a:lnSpc>
                <a:spcPts val="1440"/>
              </a:lnSpc>
              <a:defRPr lang="en-GB" sz="1200" kern="1200" smtClean="0">
                <a:solidFill>
                  <a:schemeClr val="tx1"/>
                </a:solidFill>
                <a:latin typeface="GT Ultra Lloyds Light" pitchFamily="50" charset="0"/>
                <a:ea typeface="+mn-ea"/>
                <a:cs typeface="+mn-cs"/>
              </a:defRPr>
            </a:lvl1pPr>
          </a:lstStyle>
          <a:p>
            <a:fld id="{C3990253-BAA6-4DC5-B65D-3CE789B62977}" type="slidenum">
              <a:rPr lang="en-GB" smtClean="0"/>
              <a:pPr/>
              <a:t>‹#›</a:t>
            </a:fld>
            <a:endParaRPr lang="en-GB"/>
          </a:p>
        </p:txBody>
      </p:sp>
    </p:spTree>
    <p:extLst>
      <p:ext uri="{BB962C8B-B14F-4D97-AF65-F5344CB8AC3E}">
        <p14:creationId xmlns:p14="http://schemas.microsoft.com/office/powerpoint/2010/main" val="313736216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2_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13"/>
            <a:fld id="{D05BFB15-FC18-4DE5-A1D6-75E08CC6C47C}" type="slidenum">
              <a:rPr lang="en-GB" smtClean="0">
                <a:solidFill>
                  <a:prstClr val="black"/>
                </a:solidFill>
              </a:rPr>
              <a:pPr defTabSz="914413"/>
              <a:t>‹#›</a:t>
            </a:fld>
            <a:endParaRPr lang="en-GB">
              <a:solidFill>
                <a:prstClr val="black"/>
              </a:solidFill>
            </a:endParaRPr>
          </a:p>
        </p:txBody>
      </p:sp>
    </p:spTree>
    <p:extLst>
      <p:ext uri="{BB962C8B-B14F-4D97-AF65-F5344CB8AC3E}">
        <p14:creationId xmlns:p14="http://schemas.microsoft.com/office/powerpoint/2010/main" val="71713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5_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1"/>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80"/>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62127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3_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3"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9">
            <a:extLst>
              <a:ext uri="{FF2B5EF4-FFF2-40B4-BE49-F238E27FC236}">
                <a16:creationId xmlns:a16="http://schemas.microsoft.com/office/drawing/2014/main" id="{F02679CB-E303-219C-E924-B0C87EA03969}"/>
              </a:ext>
            </a:extLst>
          </p:cNvPr>
          <p:cNvSpPr>
            <a:spLocks noGrp="1"/>
          </p:cNvSpPr>
          <p:nvPr>
            <p:ph type="body" sz="quarter" idx="14" hasCustomPrompt="1"/>
          </p:nvPr>
        </p:nvSpPr>
        <p:spPr>
          <a:xfrm>
            <a:off x="382587" y="6135468"/>
            <a:ext cx="11410949"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017024DF-11DA-4BB2-85CC-3FB4D8D48A0B}"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
        <p:nvSpPr>
          <p:cNvPr id="16" name="Rectangle 15">
            <a:extLst>
              <a:ext uri="{FF2B5EF4-FFF2-40B4-BE49-F238E27FC236}">
                <a16:creationId xmlns:a16="http://schemas.microsoft.com/office/drawing/2014/main" id="{8152D457-B3EC-70E3-5E52-51007B72394A}"/>
              </a:ext>
            </a:extLst>
          </p:cNvPr>
          <p:cNvSpPr/>
          <p:nvPr/>
        </p:nvSpPr>
        <p:spPr>
          <a:xfrm>
            <a:off x="0" y="6959600"/>
            <a:ext cx="11292840" cy="29433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algn="l"/>
            <a:r>
              <a:rPr lang="en-GB" sz="1050"/>
              <a:t>The colour of the rectangles can be changed by using the “Shape Fill” option in the ‘Shape Format’ tab. Keep text and shape fill at high contrast to allow maximum accessibility. </a:t>
            </a:r>
          </a:p>
        </p:txBody>
      </p:sp>
    </p:spTree>
    <p:extLst>
      <p:ext uri="{BB962C8B-B14F-4D97-AF65-F5344CB8AC3E}">
        <p14:creationId xmlns:p14="http://schemas.microsoft.com/office/powerpoint/2010/main" val="285790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_Team Slide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BD6-4A11-9F32-72F9-AE936CA9601E}"/>
              </a:ext>
            </a:extLst>
          </p:cNvPr>
          <p:cNvSpPr>
            <a:spLocks noGrp="1"/>
          </p:cNvSpPr>
          <p:nvPr>
            <p:ph type="title"/>
          </p:nvPr>
        </p:nvSpPr>
        <p:spPr/>
        <p:txBody>
          <a:bodyPr vert="horz"/>
          <a:lstStyle/>
          <a:p>
            <a:r>
              <a:rPr lang="en-GB"/>
              <a:t>Click to edit Master title style</a:t>
            </a:r>
          </a:p>
        </p:txBody>
      </p:sp>
      <p:sp>
        <p:nvSpPr>
          <p:cNvPr id="56" name="Picture Placeholder 55">
            <a:extLst>
              <a:ext uri="{FF2B5EF4-FFF2-40B4-BE49-F238E27FC236}">
                <a16:creationId xmlns:a16="http://schemas.microsoft.com/office/drawing/2014/main" id="{91B1ED11-2A95-3D55-EFC0-6D97C85D9B1E}"/>
              </a:ext>
            </a:extLst>
          </p:cNvPr>
          <p:cNvSpPr>
            <a:spLocks noGrp="1"/>
          </p:cNvSpPr>
          <p:nvPr>
            <p:ph type="pic" sz="quarter" idx="38"/>
          </p:nvPr>
        </p:nvSpPr>
        <p:spPr>
          <a:xfrm>
            <a:off x="382587"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5" name="Text Placeholder 54">
            <a:extLst>
              <a:ext uri="{FF2B5EF4-FFF2-40B4-BE49-F238E27FC236}">
                <a16:creationId xmlns:a16="http://schemas.microsoft.com/office/drawing/2014/main" id="{86296103-08EC-2B03-A45C-8D3A42CF27AA}"/>
              </a:ext>
            </a:extLst>
          </p:cNvPr>
          <p:cNvSpPr>
            <a:spLocks noGrp="1"/>
          </p:cNvSpPr>
          <p:nvPr>
            <p:ph type="body" sz="quarter" idx="37"/>
          </p:nvPr>
        </p:nvSpPr>
        <p:spPr>
          <a:xfrm>
            <a:off x="1457235"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8" name="Picture Placeholder 57">
            <a:extLst>
              <a:ext uri="{FF2B5EF4-FFF2-40B4-BE49-F238E27FC236}">
                <a16:creationId xmlns:a16="http://schemas.microsoft.com/office/drawing/2014/main" id="{1BFDAE90-1CDB-6673-EB93-68B73DE497D0}"/>
              </a:ext>
            </a:extLst>
          </p:cNvPr>
          <p:cNvSpPr>
            <a:spLocks noGrp="1"/>
          </p:cNvSpPr>
          <p:nvPr>
            <p:ph type="pic" sz="quarter" idx="40"/>
          </p:nvPr>
        </p:nvSpPr>
        <p:spPr>
          <a:xfrm>
            <a:off x="382587"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7" name="Text Placeholder 56">
            <a:extLst>
              <a:ext uri="{FF2B5EF4-FFF2-40B4-BE49-F238E27FC236}">
                <a16:creationId xmlns:a16="http://schemas.microsoft.com/office/drawing/2014/main" id="{26270669-67C2-7248-76D6-1BAF2A7DA2D2}"/>
              </a:ext>
            </a:extLst>
          </p:cNvPr>
          <p:cNvSpPr>
            <a:spLocks noGrp="1"/>
          </p:cNvSpPr>
          <p:nvPr>
            <p:ph type="body" sz="quarter" idx="39"/>
          </p:nvPr>
        </p:nvSpPr>
        <p:spPr>
          <a:xfrm>
            <a:off x="1457235"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0" name="Picture Placeholder 59">
            <a:extLst>
              <a:ext uri="{FF2B5EF4-FFF2-40B4-BE49-F238E27FC236}">
                <a16:creationId xmlns:a16="http://schemas.microsoft.com/office/drawing/2014/main" id="{BDEF1D29-B071-3415-DFB5-6351A9A49AF6}"/>
              </a:ext>
            </a:extLst>
          </p:cNvPr>
          <p:cNvSpPr>
            <a:spLocks noGrp="1"/>
          </p:cNvSpPr>
          <p:nvPr>
            <p:ph type="pic" sz="quarter" idx="42"/>
          </p:nvPr>
        </p:nvSpPr>
        <p:spPr>
          <a:xfrm>
            <a:off x="382587"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9" name="Text Placeholder 58">
            <a:extLst>
              <a:ext uri="{FF2B5EF4-FFF2-40B4-BE49-F238E27FC236}">
                <a16:creationId xmlns:a16="http://schemas.microsoft.com/office/drawing/2014/main" id="{6EA691B7-1A79-FD93-391C-0F95CEEB0CD5}"/>
              </a:ext>
            </a:extLst>
          </p:cNvPr>
          <p:cNvSpPr>
            <a:spLocks noGrp="1"/>
          </p:cNvSpPr>
          <p:nvPr>
            <p:ph type="body" sz="quarter" idx="41"/>
          </p:nvPr>
        </p:nvSpPr>
        <p:spPr>
          <a:xfrm>
            <a:off x="1457235"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62" name="Picture Placeholder 61">
            <a:extLst>
              <a:ext uri="{FF2B5EF4-FFF2-40B4-BE49-F238E27FC236}">
                <a16:creationId xmlns:a16="http://schemas.microsoft.com/office/drawing/2014/main" id="{524C129E-9D07-6ACC-1C85-41560C09CBC8}"/>
              </a:ext>
            </a:extLst>
          </p:cNvPr>
          <p:cNvSpPr>
            <a:spLocks noGrp="1"/>
          </p:cNvSpPr>
          <p:nvPr>
            <p:ph type="pic" sz="quarter" idx="44"/>
          </p:nvPr>
        </p:nvSpPr>
        <p:spPr>
          <a:xfrm>
            <a:off x="382587"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61" name="Text Placeholder 60">
            <a:extLst>
              <a:ext uri="{FF2B5EF4-FFF2-40B4-BE49-F238E27FC236}">
                <a16:creationId xmlns:a16="http://schemas.microsoft.com/office/drawing/2014/main" id="{CE607E41-61FB-3899-9D87-D967BCBB4862}"/>
              </a:ext>
            </a:extLst>
          </p:cNvPr>
          <p:cNvSpPr>
            <a:spLocks noGrp="1"/>
          </p:cNvSpPr>
          <p:nvPr>
            <p:ph type="body" sz="quarter" idx="43"/>
          </p:nvPr>
        </p:nvSpPr>
        <p:spPr>
          <a:xfrm>
            <a:off x="1457235"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47" name="Picture Placeholder 46">
            <a:extLst>
              <a:ext uri="{FF2B5EF4-FFF2-40B4-BE49-F238E27FC236}">
                <a16:creationId xmlns:a16="http://schemas.microsoft.com/office/drawing/2014/main" id="{956EEDF0-AF11-A458-A038-2EC53BC87C00}"/>
              </a:ext>
            </a:extLst>
          </p:cNvPr>
          <p:cNvSpPr>
            <a:spLocks noGrp="1"/>
          </p:cNvSpPr>
          <p:nvPr>
            <p:ph type="pic" sz="quarter" idx="30"/>
          </p:nvPr>
        </p:nvSpPr>
        <p:spPr>
          <a:xfrm>
            <a:off x="6167015" y="159226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8" name="Text Placeholder 47">
            <a:extLst>
              <a:ext uri="{FF2B5EF4-FFF2-40B4-BE49-F238E27FC236}">
                <a16:creationId xmlns:a16="http://schemas.microsoft.com/office/drawing/2014/main" id="{3F9EE951-49E8-B7AD-2AF9-BAABB3A4083A}"/>
              </a:ext>
            </a:extLst>
          </p:cNvPr>
          <p:cNvSpPr>
            <a:spLocks noGrp="1"/>
          </p:cNvSpPr>
          <p:nvPr>
            <p:ph type="body" sz="quarter" idx="24"/>
          </p:nvPr>
        </p:nvSpPr>
        <p:spPr>
          <a:xfrm>
            <a:off x="7241663" y="159226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0" name="Picture Placeholder 49">
            <a:extLst>
              <a:ext uri="{FF2B5EF4-FFF2-40B4-BE49-F238E27FC236}">
                <a16:creationId xmlns:a16="http://schemas.microsoft.com/office/drawing/2014/main" id="{C045B94B-9366-FDCB-DE9D-F25EA04C56AE}"/>
              </a:ext>
            </a:extLst>
          </p:cNvPr>
          <p:cNvSpPr>
            <a:spLocks noGrp="1"/>
          </p:cNvSpPr>
          <p:nvPr>
            <p:ph type="pic" sz="quarter" idx="32"/>
          </p:nvPr>
        </p:nvSpPr>
        <p:spPr>
          <a:xfrm>
            <a:off x="6167015" y="274924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49" name="Text Placeholder 48">
            <a:extLst>
              <a:ext uri="{FF2B5EF4-FFF2-40B4-BE49-F238E27FC236}">
                <a16:creationId xmlns:a16="http://schemas.microsoft.com/office/drawing/2014/main" id="{2CF3FC91-74AD-51D6-1291-AA9E7C14EE22}"/>
              </a:ext>
            </a:extLst>
          </p:cNvPr>
          <p:cNvSpPr>
            <a:spLocks noGrp="1"/>
          </p:cNvSpPr>
          <p:nvPr>
            <p:ph type="body" sz="quarter" idx="31"/>
          </p:nvPr>
        </p:nvSpPr>
        <p:spPr>
          <a:xfrm>
            <a:off x="7241663" y="274924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2" name="Picture Placeholder 51">
            <a:extLst>
              <a:ext uri="{FF2B5EF4-FFF2-40B4-BE49-F238E27FC236}">
                <a16:creationId xmlns:a16="http://schemas.microsoft.com/office/drawing/2014/main" id="{57702AE0-4A0E-2D1F-BE6C-555C11DF209C}"/>
              </a:ext>
            </a:extLst>
          </p:cNvPr>
          <p:cNvSpPr>
            <a:spLocks noGrp="1"/>
          </p:cNvSpPr>
          <p:nvPr>
            <p:ph type="pic" sz="quarter" idx="34"/>
          </p:nvPr>
        </p:nvSpPr>
        <p:spPr>
          <a:xfrm>
            <a:off x="6167015" y="3906223"/>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1" name="Text Placeholder 50">
            <a:extLst>
              <a:ext uri="{FF2B5EF4-FFF2-40B4-BE49-F238E27FC236}">
                <a16:creationId xmlns:a16="http://schemas.microsoft.com/office/drawing/2014/main" id="{95AE16F2-952F-47E8-C173-5B61A4EAF0C0}"/>
              </a:ext>
            </a:extLst>
          </p:cNvPr>
          <p:cNvSpPr>
            <a:spLocks noGrp="1"/>
          </p:cNvSpPr>
          <p:nvPr>
            <p:ph type="body" sz="quarter" idx="33"/>
          </p:nvPr>
        </p:nvSpPr>
        <p:spPr>
          <a:xfrm>
            <a:off x="7241663" y="3906223"/>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54" name="Picture Placeholder 53">
            <a:extLst>
              <a:ext uri="{FF2B5EF4-FFF2-40B4-BE49-F238E27FC236}">
                <a16:creationId xmlns:a16="http://schemas.microsoft.com/office/drawing/2014/main" id="{A396376E-618F-722D-A43E-31E50A883CDE}"/>
              </a:ext>
            </a:extLst>
          </p:cNvPr>
          <p:cNvSpPr>
            <a:spLocks noGrp="1"/>
          </p:cNvSpPr>
          <p:nvPr>
            <p:ph type="pic" sz="quarter" idx="36"/>
          </p:nvPr>
        </p:nvSpPr>
        <p:spPr>
          <a:xfrm>
            <a:off x="6167015" y="5063204"/>
            <a:ext cx="1074649" cy="1028060"/>
          </a:xfrm>
          <a:custGeom>
            <a:avLst/>
            <a:gdLst>
              <a:gd name="connsiteX0" fmla="*/ 110258 w 1074649"/>
              <a:gd name="connsiteY0" fmla="*/ 0 h 1028060"/>
              <a:gd name="connsiteX1" fmla="*/ 1074649 w 1074649"/>
              <a:gd name="connsiteY1" fmla="*/ 0 h 1028060"/>
              <a:gd name="connsiteX2" fmla="*/ 1074649 w 1074649"/>
              <a:gd name="connsiteY2" fmla="*/ 1028060 h 1028060"/>
              <a:gd name="connsiteX3" fmla="*/ 110258 w 1074649"/>
              <a:gd name="connsiteY3" fmla="*/ 1028060 h 1028060"/>
              <a:gd name="connsiteX4" fmla="*/ 0 w 1074649"/>
              <a:gd name="connsiteY4" fmla="*/ 917802 h 1028060"/>
              <a:gd name="connsiteX5" fmla="*/ 0 w 1074649"/>
              <a:gd name="connsiteY5" fmla="*/ 772985 h 1028060"/>
              <a:gd name="connsiteX6" fmla="*/ 0 w 1074649"/>
              <a:gd name="connsiteY6" fmla="*/ 255075 h 1028060"/>
              <a:gd name="connsiteX7" fmla="*/ 0 w 1074649"/>
              <a:gd name="connsiteY7" fmla="*/ 110258 h 1028060"/>
              <a:gd name="connsiteX8" fmla="*/ 110258 w 1074649"/>
              <a:gd name="connsiteY8" fmla="*/ 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649" h="1028060">
                <a:moveTo>
                  <a:pt x="110258" y="0"/>
                </a:moveTo>
                <a:lnTo>
                  <a:pt x="1074649" y="0"/>
                </a:lnTo>
                <a:lnTo>
                  <a:pt x="1074649" y="1028060"/>
                </a:lnTo>
                <a:lnTo>
                  <a:pt x="110258" y="1028060"/>
                </a:lnTo>
                <a:cubicBezTo>
                  <a:pt x="49364" y="1028060"/>
                  <a:pt x="0" y="978696"/>
                  <a:pt x="0" y="917802"/>
                </a:cubicBezTo>
                <a:lnTo>
                  <a:pt x="0" y="772985"/>
                </a:lnTo>
                <a:lnTo>
                  <a:pt x="0" y="255075"/>
                </a:lnTo>
                <a:lnTo>
                  <a:pt x="0" y="110258"/>
                </a:lnTo>
                <a:cubicBezTo>
                  <a:pt x="0" y="49364"/>
                  <a:pt x="49364" y="0"/>
                  <a:pt x="110258" y="0"/>
                </a:cubicBezTo>
                <a:close/>
              </a:path>
            </a:pathLst>
          </a:custGeom>
        </p:spPr>
        <p:txBody>
          <a:bodyPr wrap="square">
            <a:noAutofit/>
          </a:bodyPr>
          <a:lstStyle/>
          <a:p>
            <a:r>
              <a:rPr lang="en-GB"/>
              <a:t>Click icon to add picture</a:t>
            </a:r>
          </a:p>
        </p:txBody>
      </p:sp>
      <p:sp>
        <p:nvSpPr>
          <p:cNvPr id="53" name="Text Placeholder 52">
            <a:extLst>
              <a:ext uri="{FF2B5EF4-FFF2-40B4-BE49-F238E27FC236}">
                <a16:creationId xmlns:a16="http://schemas.microsoft.com/office/drawing/2014/main" id="{6F49C1D9-7ABD-B9AE-493C-D91B1332D692}"/>
              </a:ext>
            </a:extLst>
          </p:cNvPr>
          <p:cNvSpPr>
            <a:spLocks noGrp="1"/>
          </p:cNvSpPr>
          <p:nvPr>
            <p:ph type="body" sz="quarter" idx="35"/>
          </p:nvPr>
        </p:nvSpPr>
        <p:spPr>
          <a:xfrm>
            <a:off x="7241663" y="5063204"/>
            <a:ext cx="4551872" cy="1028060"/>
          </a:xfrm>
          <a:custGeom>
            <a:avLst/>
            <a:gdLst>
              <a:gd name="connsiteX0" fmla="*/ 0 w 4551872"/>
              <a:gd name="connsiteY0" fmla="*/ 0 h 1028060"/>
              <a:gd name="connsiteX1" fmla="*/ 1585344 w 4551872"/>
              <a:gd name="connsiteY1" fmla="*/ 0 h 1028060"/>
              <a:gd name="connsiteX2" fmla="*/ 1891879 w 4551872"/>
              <a:gd name="connsiteY2" fmla="*/ 0 h 1028060"/>
              <a:gd name="connsiteX3" fmla="*/ 4441614 w 4551872"/>
              <a:gd name="connsiteY3" fmla="*/ 0 h 1028060"/>
              <a:gd name="connsiteX4" fmla="*/ 4551872 w 4551872"/>
              <a:gd name="connsiteY4" fmla="*/ 110258 h 1028060"/>
              <a:gd name="connsiteX5" fmla="*/ 4551872 w 4551872"/>
              <a:gd name="connsiteY5" fmla="*/ 255075 h 1028060"/>
              <a:gd name="connsiteX6" fmla="*/ 4551872 w 4551872"/>
              <a:gd name="connsiteY6" fmla="*/ 772985 h 1028060"/>
              <a:gd name="connsiteX7" fmla="*/ 4551872 w 4551872"/>
              <a:gd name="connsiteY7" fmla="*/ 917802 h 1028060"/>
              <a:gd name="connsiteX8" fmla="*/ 4441614 w 4551872"/>
              <a:gd name="connsiteY8" fmla="*/ 1028060 h 1028060"/>
              <a:gd name="connsiteX9" fmla="*/ 1891879 w 4551872"/>
              <a:gd name="connsiteY9" fmla="*/ 1028060 h 1028060"/>
              <a:gd name="connsiteX10" fmla="*/ 1585344 w 4551872"/>
              <a:gd name="connsiteY10" fmla="*/ 1028060 h 1028060"/>
              <a:gd name="connsiteX11" fmla="*/ 0 w 4551872"/>
              <a:gd name="connsiteY11" fmla="*/ 1028060 h 10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1872" h="1028060">
                <a:moveTo>
                  <a:pt x="0" y="0"/>
                </a:moveTo>
                <a:lnTo>
                  <a:pt x="1585344" y="0"/>
                </a:lnTo>
                <a:lnTo>
                  <a:pt x="1891879" y="0"/>
                </a:lnTo>
                <a:lnTo>
                  <a:pt x="4441614" y="0"/>
                </a:lnTo>
                <a:cubicBezTo>
                  <a:pt x="4502508" y="0"/>
                  <a:pt x="4551872" y="49364"/>
                  <a:pt x="4551872" y="110258"/>
                </a:cubicBezTo>
                <a:lnTo>
                  <a:pt x="4551872" y="255075"/>
                </a:lnTo>
                <a:lnTo>
                  <a:pt x="4551872" y="772985"/>
                </a:lnTo>
                <a:lnTo>
                  <a:pt x="4551872" y="917802"/>
                </a:lnTo>
                <a:cubicBezTo>
                  <a:pt x="4551872" y="978696"/>
                  <a:pt x="4502508" y="1028060"/>
                  <a:pt x="4441614" y="1028060"/>
                </a:cubicBezTo>
                <a:lnTo>
                  <a:pt x="1891879" y="1028060"/>
                </a:lnTo>
                <a:lnTo>
                  <a:pt x="1585344" y="1028060"/>
                </a:lnTo>
                <a:lnTo>
                  <a:pt x="0" y="1028060"/>
                </a:lnTo>
                <a:close/>
              </a:path>
            </a:pathLst>
          </a:custGeom>
          <a:solidFill>
            <a:srgbClr val="C7FFC6"/>
          </a:solidFill>
        </p:spPr>
        <p:txBody>
          <a:bodyPr wrap="square" lIns="180000" tIns="144000" rIns="252000">
            <a:noAutofit/>
          </a:bodyPr>
          <a:lstStyle>
            <a:lvl1pPr>
              <a:defRPr sz="1800">
                <a:solidFill>
                  <a:schemeClr val="tx1"/>
                </a:solidFill>
              </a:defRPr>
            </a:lvl1pPr>
            <a:lvl2pPr>
              <a:spcBef>
                <a:spcPts val="0"/>
              </a:spcBef>
              <a:defRPr sz="1400">
                <a:solidFill>
                  <a:schemeClr val="tx1"/>
                </a:solidFill>
              </a:defRPr>
            </a:lvl2pPr>
            <a:lvl3pPr>
              <a:defRPr sz="1050"/>
            </a:lvl3pPr>
            <a:lvl4pPr>
              <a:defRPr sz="1000"/>
            </a:lvl4pPr>
            <a:lvl5pPr>
              <a:defRPr sz="1000"/>
            </a:lvl5pPr>
          </a:lstStyle>
          <a:p>
            <a:pPr lvl="0"/>
            <a:r>
              <a:rPr lang="en-GB"/>
              <a:t>Click to edit Master text styles</a:t>
            </a:r>
          </a:p>
          <a:p>
            <a:pPr lvl="1"/>
            <a:r>
              <a:rPr lang="en-GB"/>
              <a:t>Second level</a:t>
            </a:r>
          </a:p>
        </p:txBody>
      </p:sp>
      <p:sp>
        <p:nvSpPr>
          <p:cNvPr id="4" name="Slide Number Placeholder 3">
            <a:extLst>
              <a:ext uri="{FF2B5EF4-FFF2-40B4-BE49-F238E27FC236}">
                <a16:creationId xmlns:a16="http://schemas.microsoft.com/office/drawing/2014/main" id="{18DCC29F-8FFE-5F4A-B7D5-79EFC7AEE052}"/>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32632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F144-A0C3-D5DC-6B11-A1909AEE399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31088E-74F0-C961-D4EA-E6759180AC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4BC55C8-8D36-80BE-6046-59B54587AF7C}"/>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AC74ACA1-CAB2-8C79-03D9-871407DEAF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2DCC03-B56A-1228-0DA2-4DEEBB31E9D3}"/>
              </a:ext>
            </a:extLst>
          </p:cNvPr>
          <p:cNvSpPr>
            <a:spLocks noGrp="1"/>
          </p:cNvSpPr>
          <p:nvPr>
            <p:ph type="sldNum" sz="quarter" idx="12"/>
          </p:nvPr>
        </p:nvSpPr>
        <p:spPr/>
        <p:txBody>
          <a:bodyPr/>
          <a:lstStyle/>
          <a:p>
            <a:fld id="{EC8A7719-D7EB-9C40-B9E0-664B0779107E}" type="slidenum">
              <a:rPr lang="en-GB" smtClean="0"/>
              <a:t>‹#›</a:t>
            </a:fld>
            <a:endParaRPr lang="en-GB"/>
          </a:p>
        </p:txBody>
      </p:sp>
    </p:spTree>
    <p:extLst>
      <p:ext uri="{BB962C8B-B14F-4D97-AF65-F5344CB8AC3E}">
        <p14:creationId xmlns:p14="http://schemas.microsoft.com/office/powerpoint/2010/main" val="188589107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Text Only White BG">
    <p:bg>
      <p:bgPr>
        <a:solidFill>
          <a:srgbClr val="FFFFFF"/>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FA3D7EF4-BDB6-C329-76F5-806EF5A0B3AE}"/>
              </a:ext>
            </a:extLst>
          </p:cNvPr>
          <p:cNvSpPr>
            <a:spLocks noGrp="1"/>
          </p:cNvSpPr>
          <p:nvPr>
            <p:ph type="body" sz="quarter" idx="10" hasCustomPrompt="1"/>
          </p:nvPr>
        </p:nvSpPr>
        <p:spPr>
          <a:xfrm>
            <a:off x="578547" y="385787"/>
            <a:ext cx="8243902" cy="1469758"/>
          </a:xfrm>
          <a:prstGeom prst="rect">
            <a:avLst/>
          </a:prstGeom>
        </p:spPr>
        <p:txBody>
          <a:bodyPr lIns="0"/>
          <a:lstStyle>
            <a:lvl1pPr>
              <a:lnSpc>
                <a:spcPct val="90000"/>
              </a:lnSpc>
              <a:defRPr lang="en-GB" sz="4851" b="1" i="0" spc="-85" dirty="0">
                <a:gradFill flip="none" rotWithShape="1">
                  <a:gsLst>
                    <a:gs pos="0">
                      <a:srgbClr val="007C43"/>
                    </a:gs>
                    <a:gs pos="70000">
                      <a:srgbClr val="68A445"/>
                    </a:gs>
                  </a:gsLst>
                  <a:lin ang="0" scaled="1"/>
                  <a:tileRect/>
                </a:gradFill>
                <a:latin typeface="Poppins"/>
                <a:ea typeface="+mj-ea"/>
                <a:cs typeface="Poppins"/>
              </a:defRPr>
            </a:lvl1pPr>
          </a:lstStyle>
          <a:p>
            <a:pPr lvl="0"/>
            <a:r>
              <a:rPr lang="en-GB"/>
              <a:t>Insert title here</a:t>
            </a:r>
          </a:p>
        </p:txBody>
      </p:sp>
      <p:sp>
        <p:nvSpPr>
          <p:cNvPr id="4" name="Text Placeholder 3">
            <a:extLst>
              <a:ext uri="{FF2B5EF4-FFF2-40B4-BE49-F238E27FC236}">
                <a16:creationId xmlns:a16="http://schemas.microsoft.com/office/drawing/2014/main" id="{C8C14D09-A874-2089-376F-724186D43914}"/>
              </a:ext>
            </a:extLst>
          </p:cNvPr>
          <p:cNvSpPr>
            <a:spLocks noGrp="1"/>
          </p:cNvSpPr>
          <p:nvPr>
            <p:ph type="body" sz="quarter" idx="15"/>
          </p:nvPr>
        </p:nvSpPr>
        <p:spPr>
          <a:xfrm>
            <a:off x="596893" y="2142818"/>
            <a:ext cx="8225556" cy="3465581"/>
          </a:xfrm>
          <a:prstGeom prst="rect">
            <a:avLst/>
          </a:prstGeom>
        </p:spPr>
        <p:txBody>
          <a:bodyPr/>
          <a:lstStyle>
            <a:lvl1pPr algn="l">
              <a:defRPr>
                <a:solidFill>
                  <a:srgbClr val="383738"/>
                </a:solidFill>
                <a:latin typeface="Poppins" panose="00000500000000000000" pitchFamily="2" charset="0"/>
                <a:cs typeface="Poppins" panose="00000500000000000000" pitchFamily="2" charset="0"/>
              </a:defRPr>
            </a:lvl1pPr>
            <a:lvl2pPr>
              <a:defRPr>
                <a:solidFill>
                  <a:schemeClr val="bg1"/>
                </a:solidFill>
                <a:latin typeface="Poppins" panose="00000500000000000000" pitchFamily="2" charset="0"/>
                <a:cs typeface="Poppins" panose="00000500000000000000" pitchFamily="2" charset="0"/>
              </a:defRPr>
            </a:lvl2pPr>
            <a:lvl3pPr>
              <a:defRPr>
                <a:solidFill>
                  <a:schemeClr val="bg1"/>
                </a:solidFill>
                <a:latin typeface="Poppins" panose="00000500000000000000" pitchFamily="2" charset="0"/>
                <a:cs typeface="Poppins" panose="00000500000000000000" pitchFamily="2" charset="0"/>
              </a:defRPr>
            </a:lvl3pPr>
            <a:lvl4pPr>
              <a:defRPr>
                <a:solidFill>
                  <a:schemeClr val="bg1"/>
                </a:solidFill>
                <a:latin typeface="Poppins" panose="00000500000000000000" pitchFamily="2" charset="0"/>
                <a:cs typeface="Poppins" panose="00000500000000000000" pitchFamily="2" charset="0"/>
              </a:defRPr>
            </a:lvl4pPr>
            <a:lvl5pPr>
              <a:defRPr>
                <a:solidFill>
                  <a:schemeClr val="bg1"/>
                </a:solidFill>
                <a:latin typeface="Poppins" panose="00000500000000000000" pitchFamily="2" charset="0"/>
                <a:cs typeface="Poppins" panose="00000500000000000000" pitchFamily="2" charset="0"/>
              </a:defRPr>
            </a:lvl5pPr>
          </a:lstStyle>
          <a:p>
            <a:pPr lvl="0"/>
            <a:r>
              <a:rPr lang="en-US"/>
              <a:t>Click to edit</a:t>
            </a:r>
          </a:p>
        </p:txBody>
      </p:sp>
      <p:sp>
        <p:nvSpPr>
          <p:cNvPr id="3" name="Holder 6">
            <a:extLst>
              <a:ext uri="{FF2B5EF4-FFF2-40B4-BE49-F238E27FC236}">
                <a16:creationId xmlns:a16="http://schemas.microsoft.com/office/drawing/2014/main" id="{BCA0D032-C06D-A012-2254-514C66032B04}"/>
              </a:ext>
            </a:extLst>
          </p:cNvPr>
          <p:cNvSpPr>
            <a:spLocks noGrp="1"/>
          </p:cNvSpPr>
          <p:nvPr>
            <p:ph type="sldNum" sz="quarter" idx="4"/>
          </p:nvPr>
        </p:nvSpPr>
        <p:spPr>
          <a:xfrm>
            <a:off x="9053270" y="6432506"/>
            <a:ext cx="2804160" cy="130645"/>
          </a:xfrm>
          <a:prstGeom prst="rect">
            <a:avLst/>
          </a:prstGeom>
        </p:spPr>
        <p:txBody>
          <a:bodyPr wrap="square" lIns="0" tIns="0" rIns="0" bIns="0">
            <a:spAutoFit/>
          </a:bodyPr>
          <a:lstStyle>
            <a:lvl1pPr algn="r">
              <a:defRPr sz="849">
                <a:solidFill>
                  <a:srgbClr val="383738"/>
                </a:solidFill>
                <a:latin typeface="Poppins" panose="00000500000000000000" pitchFamily="2" charset="0"/>
                <a:cs typeface="Poppins" panose="00000500000000000000" pitchFamily="2" charset="0"/>
              </a:defRPr>
            </a:lvl1pPr>
          </a:lstStyle>
          <a:p>
            <a:fld id="{B6F15528-21DE-4FAA-801E-634DDDAF4B2B}" type="slidenum">
              <a:rPr lang="en-GB" smtClean="0"/>
              <a:pPr/>
              <a:t>‹#›</a:t>
            </a:fld>
            <a:endParaRPr lang="en-GB"/>
          </a:p>
        </p:txBody>
      </p:sp>
      <p:pic>
        <p:nvPicPr>
          <p:cNvPr id="2" name="Picture 1">
            <a:extLst>
              <a:ext uri="{FF2B5EF4-FFF2-40B4-BE49-F238E27FC236}">
                <a16:creationId xmlns:a16="http://schemas.microsoft.com/office/drawing/2014/main" id="{9867B4DB-4D39-935F-6874-95545F6887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574615" y="321634"/>
            <a:ext cx="1297759" cy="657774"/>
          </a:xfrm>
          <a:prstGeom prst="rect">
            <a:avLst/>
          </a:prstGeom>
        </p:spPr>
      </p:pic>
    </p:spTree>
    <p:extLst>
      <p:ext uri="{BB962C8B-B14F-4D97-AF65-F5344CB8AC3E}">
        <p14:creationId xmlns:p14="http://schemas.microsoft.com/office/powerpoint/2010/main" val="3583051458"/>
      </p:ext>
    </p:extLst>
  </p:cSld>
  <p:clrMapOvr>
    <a:masterClrMapping/>
  </p:clrMapOvr>
  <p:extLst>
    <p:ext uri="{DCECCB84-F9BA-43D5-87BE-67443E8EF086}">
      <p15:sldGuideLst xmlns:p15="http://schemas.microsoft.com/office/powerpoint/2012/main">
        <p15:guide id="1" orient="horz" pos="3562">
          <p15:clr>
            <a:srgbClr val="FBAE40"/>
          </p15:clr>
        </p15:guide>
        <p15:guide id="2" pos="620">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3_Title Slide (Animated Cancara)">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261E880-3FF7-CA24-1C31-54B135D8A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l="41307" r="7347"/>
          <a:stretch/>
        </p:blipFill>
        <p:spPr>
          <a:xfrm flipH="1" flipV="1">
            <a:off x="6095997" y="0"/>
            <a:ext cx="6096002" cy="6857998"/>
          </a:xfrm>
          <a:prstGeom prst="rect">
            <a:avLst/>
          </a:prstGeom>
        </p:spPr>
      </p:pic>
      <p:pic>
        <p:nvPicPr>
          <p:cNvPr id="10" name="Picture 9" descr="Animated Lloyds Bank black horse rearing up">
            <a:extLst>
              <a:ext uri="{FF2B5EF4-FFF2-40B4-BE49-F238E27FC236}">
                <a16:creationId xmlns:a16="http://schemas.microsoft.com/office/drawing/2014/main" id="{04FD7BBE-B2CE-6E27-F492-B07999A545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58078" y="538481"/>
            <a:ext cx="2900494" cy="2447288"/>
          </a:xfrm>
          <a:prstGeom prst="rect">
            <a:avLst/>
          </a:prstGeom>
        </p:spPr>
      </p:pic>
      <p:sp>
        <p:nvSpPr>
          <p:cNvPr id="11" name="Title 14">
            <a:extLst>
              <a:ext uri="{FF2B5EF4-FFF2-40B4-BE49-F238E27FC236}">
                <a16:creationId xmlns:a16="http://schemas.microsoft.com/office/drawing/2014/main" id="{9B91331A-F39E-250E-21F9-31851BADFBAA}"/>
              </a:ext>
            </a:extLst>
          </p:cNvPr>
          <p:cNvSpPr>
            <a:spLocks noGrp="1"/>
          </p:cNvSpPr>
          <p:nvPr>
            <p:ph type="title"/>
          </p:nvPr>
        </p:nvSpPr>
        <p:spPr>
          <a:xfrm>
            <a:off x="647859" y="2875280"/>
            <a:ext cx="4920932" cy="2133601"/>
          </a:xfrm>
          <a:prstGeom prst="rect">
            <a:avLst/>
          </a:prstGeom>
        </p:spPr>
        <p:txBody>
          <a:bodyPr vert="horz" anchor="b"/>
          <a:lstStyle>
            <a:lvl1pPr algn="ctr">
              <a:lnSpc>
                <a:spcPct val="85000"/>
              </a:lnSpc>
              <a:defRPr sz="4800" spc="-20" baseline="0">
                <a:solidFill>
                  <a:schemeClr val="tx1"/>
                </a:solidFill>
                <a:latin typeface="GT Ultra Median Lloyds Black" panose="020B0604020202020204" charset="0"/>
              </a:defRPr>
            </a:lvl1pPr>
          </a:lstStyle>
          <a:p>
            <a:r>
              <a:rPr lang="en-GB"/>
              <a:t>Click to edit Master title style</a:t>
            </a:r>
          </a:p>
        </p:txBody>
      </p:sp>
      <p:sp>
        <p:nvSpPr>
          <p:cNvPr id="12" name="Text Placeholder 3">
            <a:extLst>
              <a:ext uri="{FF2B5EF4-FFF2-40B4-BE49-F238E27FC236}">
                <a16:creationId xmlns:a16="http://schemas.microsoft.com/office/drawing/2014/main" id="{5D3D6B76-E396-3ED1-5F56-51BD14560735}"/>
              </a:ext>
            </a:extLst>
          </p:cNvPr>
          <p:cNvSpPr>
            <a:spLocks noGrp="1"/>
          </p:cNvSpPr>
          <p:nvPr>
            <p:ph type="body" sz="quarter" idx="14"/>
          </p:nvPr>
        </p:nvSpPr>
        <p:spPr>
          <a:xfrm>
            <a:off x="647859" y="5159895"/>
            <a:ext cx="4920932" cy="774000"/>
          </a:xfrm>
        </p:spPr>
        <p:txBody>
          <a:bodyPr anchor="t"/>
          <a:lstStyle>
            <a:lvl1pPr algn="ctr">
              <a:defRPr b="0">
                <a:solidFill>
                  <a:schemeClr val="tx1"/>
                </a:solidFill>
              </a:defRPr>
            </a:lvl1pPr>
          </a:lstStyle>
          <a:p>
            <a:pPr lvl="0"/>
            <a:r>
              <a:rPr lang="en-GB"/>
              <a:t>Click to edit Master text styles</a:t>
            </a:r>
          </a:p>
        </p:txBody>
      </p:sp>
      <p:sp>
        <p:nvSpPr>
          <p:cNvPr id="5" name="Date Placeholder 4">
            <a:extLst>
              <a:ext uri="{FF2B5EF4-FFF2-40B4-BE49-F238E27FC236}">
                <a16:creationId xmlns:a16="http://schemas.microsoft.com/office/drawing/2014/main" id="{9750A193-6D2D-71FE-85FA-27261ABD5EB5}"/>
              </a:ext>
            </a:extLst>
          </p:cNvPr>
          <p:cNvSpPr>
            <a:spLocks noGrp="1"/>
          </p:cNvSpPr>
          <p:nvPr>
            <p:ph type="dt" sz="half" idx="12"/>
          </p:nvPr>
        </p:nvSpPr>
        <p:spPr/>
        <p:txBody>
          <a:bodyPr/>
          <a:lstStyle/>
          <a:p>
            <a:fld id="{14968BD0-970F-4068-9F7C-5324270A0D6B}" type="datetime3">
              <a:rPr lang="en-GB" smtClean="0"/>
              <a:t>3 August, 2026</a:t>
            </a:fld>
            <a:endParaRPr lang="en-GB"/>
          </a:p>
        </p:txBody>
      </p:sp>
      <p:sp>
        <p:nvSpPr>
          <p:cNvPr id="4" name="Slide Number Placeholder 3">
            <a:extLst>
              <a:ext uri="{FF2B5EF4-FFF2-40B4-BE49-F238E27FC236}">
                <a16:creationId xmlns:a16="http://schemas.microsoft.com/office/drawing/2014/main" id="{0AF40958-9DFA-B0AA-1135-1733C63FA9B4}"/>
              </a:ext>
            </a:extLst>
          </p:cNvPr>
          <p:cNvSpPr>
            <a:spLocks noGrp="1"/>
          </p:cNvSpPr>
          <p:nvPr>
            <p:ph type="sldNum" sz="quarter" idx="11"/>
          </p:nvPr>
        </p:nvSpPr>
        <p:spPr/>
        <p:txBody>
          <a:bodyPr/>
          <a:lstStyle>
            <a:lvl1pPr>
              <a:defRPr>
                <a:solidFill>
                  <a:schemeClr val="bg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630976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6_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5"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3"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3"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26"/>
            <a:fld id="{D05BFB15-FC18-4DE5-A1D6-75E08CC6C47C}" type="slidenum">
              <a:rPr lang="en-GB" smtClean="0">
                <a:solidFill>
                  <a:prstClr val="black"/>
                </a:solidFill>
              </a:rPr>
              <a:pPr defTabSz="914426"/>
              <a:t>‹#›</a:t>
            </a:fld>
            <a:endParaRPr lang="en-GB">
              <a:solidFill>
                <a:prstClr val="black"/>
              </a:solidFill>
            </a:endParaRPr>
          </a:p>
        </p:txBody>
      </p:sp>
    </p:spTree>
    <p:extLst>
      <p:ext uri="{BB962C8B-B14F-4D97-AF65-F5344CB8AC3E}">
        <p14:creationId xmlns:p14="http://schemas.microsoft.com/office/powerpoint/2010/main" val="390667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4_Title Slide (Expressive Cancara 04)">
    <p:bg>
      <p:bgPr>
        <a:solidFill>
          <a:srgbClr val="6CF479"/>
        </a:solidFill>
        <a:effectLst/>
      </p:bgPr>
    </p:bg>
    <p:spTree>
      <p:nvGrpSpPr>
        <p:cNvPr id="1" name=""/>
        <p:cNvGrpSpPr/>
        <p:nvPr/>
      </p:nvGrpSpPr>
      <p:grpSpPr>
        <a:xfrm>
          <a:off x="0" y="0"/>
          <a:ext cx="0" cy="0"/>
          <a:chOff x="0" y="0"/>
          <a:chExt cx="0" cy="0"/>
        </a:xfrm>
      </p:grpSpPr>
      <p:grpSp>
        <p:nvGrpSpPr>
          <p:cNvPr id="2" name="Group 1" descr="Extreme close up of Lloyds Banking Group logo">
            <a:extLst>
              <a:ext uri="{FF2B5EF4-FFF2-40B4-BE49-F238E27FC236}">
                <a16:creationId xmlns:a16="http://schemas.microsoft.com/office/drawing/2014/main" id="{0F632455-D4BE-0570-63FA-13096379C804}"/>
              </a:ext>
            </a:extLst>
          </p:cNvPr>
          <p:cNvGrpSpPr/>
          <p:nvPr userDrawn="1"/>
        </p:nvGrpSpPr>
        <p:grpSpPr>
          <a:xfrm>
            <a:off x="0" y="390527"/>
            <a:ext cx="7513320" cy="6467475"/>
            <a:chOff x="0" y="390525"/>
            <a:chExt cx="7513320" cy="6467475"/>
          </a:xfrm>
        </p:grpSpPr>
        <p:sp>
          <p:nvSpPr>
            <p:cNvPr id="20" name="Freeform: Shape 19">
              <a:extLst>
                <a:ext uri="{FF2B5EF4-FFF2-40B4-BE49-F238E27FC236}">
                  <a16:creationId xmlns:a16="http://schemas.microsoft.com/office/drawing/2014/main" id="{A2634314-D52B-F3FB-3A41-6BAC6AFCF95C}"/>
                </a:ext>
              </a:extLst>
            </p:cNvPr>
            <p:cNvSpPr/>
            <p:nvPr/>
          </p:nvSpPr>
          <p:spPr>
            <a:xfrm>
              <a:off x="0" y="390525"/>
              <a:ext cx="7513320" cy="6467475"/>
            </a:xfrm>
            <a:custGeom>
              <a:avLst/>
              <a:gdLst>
                <a:gd name="connsiteX0" fmla="*/ 3356207 w 7513320"/>
                <a:gd name="connsiteY0" fmla="*/ 0 h 6467475"/>
                <a:gd name="connsiteX1" fmla="*/ 3500550 w 7513320"/>
                <a:gd name="connsiteY1" fmla="*/ 308878 h 6467475"/>
                <a:gd name="connsiteX2" fmla="*/ 3503411 w 7513320"/>
                <a:gd name="connsiteY2" fmla="*/ 308878 h 6467475"/>
                <a:gd name="connsiteX3" fmla="*/ 3630449 w 7513320"/>
                <a:gd name="connsiteY3" fmla="*/ 51960 h 6467475"/>
                <a:gd name="connsiteX4" fmla="*/ 3722804 w 7513320"/>
                <a:gd name="connsiteY4" fmla="*/ 427239 h 6467475"/>
                <a:gd name="connsiteX5" fmla="*/ 3702639 w 7513320"/>
                <a:gd name="connsiteY5" fmla="*/ 508078 h 6467475"/>
                <a:gd name="connsiteX6" fmla="*/ 4005735 w 7513320"/>
                <a:gd name="connsiteY6" fmla="*/ 909355 h 6467475"/>
                <a:gd name="connsiteX7" fmla="*/ 3976881 w 7513320"/>
                <a:gd name="connsiteY7" fmla="*/ 1033497 h 6467475"/>
                <a:gd name="connsiteX8" fmla="*/ 4669710 w 7513320"/>
                <a:gd name="connsiteY8" fmla="*/ 1908211 h 6467475"/>
                <a:gd name="connsiteX9" fmla="*/ 4727453 w 7513320"/>
                <a:gd name="connsiteY9" fmla="*/ 2069870 h 6467475"/>
                <a:gd name="connsiteX10" fmla="*/ 4340619 w 7513320"/>
                <a:gd name="connsiteY10" fmla="*/ 2445168 h 6467475"/>
                <a:gd name="connsiteX11" fmla="*/ 4023076 w 7513320"/>
                <a:gd name="connsiteY11" fmla="*/ 2263290 h 6467475"/>
                <a:gd name="connsiteX12" fmla="*/ 3419708 w 7513320"/>
                <a:gd name="connsiteY12" fmla="*/ 1968830 h 6467475"/>
                <a:gd name="connsiteX13" fmla="*/ 3344658 w 7513320"/>
                <a:gd name="connsiteY13" fmla="*/ 2228650 h 6467475"/>
                <a:gd name="connsiteX14" fmla="*/ 4510957 w 7513320"/>
                <a:gd name="connsiteY14" fmla="*/ 3778864 h 6467475"/>
                <a:gd name="connsiteX15" fmla="*/ 5440518 w 7513320"/>
                <a:gd name="connsiteY15" fmla="*/ 3470003 h 6467475"/>
                <a:gd name="connsiteX16" fmla="*/ 7239040 w 7513320"/>
                <a:gd name="connsiteY16" fmla="*/ 5000039 h 6467475"/>
                <a:gd name="connsiteX17" fmla="*/ 7513320 w 7513320"/>
                <a:gd name="connsiteY17" fmla="*/ 5349328 h 6467475"/>
                <a:gd name="connsiteX18" fmla="*/ 6681904 w 7513320"/>
                <a:gd name="connsiteY18" fmla="*/ 5349328 h 6467475"/>
                <a:gd name="connsiteX19" fmla="*/ 6681904 w 7513320"/>
                <a:gd name="connsiteY19" fmla="*/ 5106838 h 6467475"/>
                <a:gd name="connsiteX20" fmla="*/ 6453821 w 7513320"/>
                <a:gd name="connsiteY20" fmla="*/ 5043337 h 6467475"/>
                <a:gd name="connsiteX21" fmla="*/ 5377018 w 7513320"/>
                <a:gd name="connsiteY21" fmla="*/ 4119538 h 6467475"/>
                <a:gd name="connsiteX22" fmla="*/ 4565805 w 7513320"/>
                <a:gd name="connsiteY22" fmla="*/ 4806603 h 6467475"/>
                <a:gd name="connsiteX23" fmla="*/ 5913954 w 7513320"/>
                <a:gd name="connsiteY23" fmla="*/ 4893203 h 6467475"/>
                <a:gd name="connsiteX24" fmla="*/ 5730344 w 7513320"/>
                <a:gd name="connsiteY24" fmla="*/ 6467475 h 6467475"/>
                <a:gd name="connsiteX25" fmla="*/ 5262683 w 7513320"/>
                <a:gd name="connsiteY25" fmla="*/ 6467475 h 6467475"/>
                <a:gd name="connsiteX26" fmla="*/ 5304313 w 7513320"/>
                <a:gd name="connsiteY26" fmla="*/ 6349352 h 6467475"/>
                <a:gd name="connsiteX27" fmla="*/ 5466514 w 7513320"/>
                <a:gd name="connsiteY27" fmla="*/ 5441718 h 6467475"/>
                <a:gd name="connsiteX28" fmla="*/ 5443416 w 7513320"/>
                <a:gd name="connsiteY28" fmla="*/ 5303168 h 6467475"/>
                <a:gd name="connsiteX29" fmla="*/ 5290420 w 7513320"/>
                <a:gd name="connsiteY29" fmla="*/ 5320474 h 6467475"/>
                <a:gd name="connsiteX30" fmla="*/ 4496511 w 7513320"/>
                <a:gd name="connsiteY30" fmla="*/ 5782355 h 6467475"/>
                <a:gd name="connsiteX31" fmla="*/ 3575601 w 7513320"/>
                <a:gd name="connsiteY31" fmla="*/ 6111479 h 6467475"/>
                <a:gd name="connsiteX32" fmla="*/ 3120545 w 7513320"/>
                <a:gd name="connsiteY32" fmla="*/ 6439592 h 6467475"/>
                <a:gd name="connsiteX33" fmla="*/ 3058479 w 7513320"/>
                <a:gd name="connsiteY33" fmla="*/ 6467475 h 6467475"/>
                <a:gd name="connsiteX34" fmla="*/ 0 w 7513320"/>
                <a:gd name="connsiteY34" fmla="*/ 6467475 h 6467475"/>
                <a:gd name="connsiteX35" fmla="*/ 0 w 7513320"/>
                <a:gd name="connsiteY35" fmla="*/ 4754244 h 6467475"/>
                <a:gd name="connsiteX36" fmla="*/ 85493 w 7513320"/>
                <a:gd name="connsiteY36" fmla="*/ 4746935 h 6467475"/>
                <a:gd name="connsiteX37" fmla="*/ 1548996 w 7513320"/>
                <a:gd name="connsiteY37" fmla="*/ 4546809 h 6467475"/>
                <a:gd name="connsiteX38" fmla="*/ 2019570 w 7513320"/>
                <a:gd name="connsiteY38" fmla="*/ 4021390 h 6467475"/>
                <a:gd name="connsiteX39" fmla="*/ 1872331 w 7513320"/>
                <a:gd name="connsiteY39" fmla="*/ 3851053 h 6467475"/>
                <a:gd name="connsiteX40" fmla="*/ 1725091 w 7513320"/>
                <a:gd name="connsiteY40" fmla="*/ 3966542 h 6467475"/>
                <a:gd name="connsiteX41" fmla="*/ 1577887 w 7513320"/>
                <a:gd name="connsiteY41" fmla="*/ 3660519 h 6467475"/>
                <a:gd name="connsiteX42" fmla="*/ 1693340 w 7513320"/>
                <a:gd name="connsiteY42" fmla="*/ 3322762 h 6467475"/>
                <a:gd name="connsiteX43" fmla="*/ 1335358 w 7513320"/>
                <a:gd name="connsiteY43" fmla="*/ 3285243 h 6467475"/>
                <a:gd name="connsiteX44" fmla="*/ 1667382 w 7513320"/>
                <a:gd name="connsiteY44" fmla="*/ 2511568 h 6467475"/>
                <a:gd name="connsiteX45" fmla="*/ 1667382 w 7513320"/>
                <a:gd name="connsiteY45" fmla="*/ 2508664 h 6467475"/>
                <a:gd name="connsiteX46" fmla="*/ 1141959 w 7513320"/>
                <a:gd name="connsiteY46" fmla="*/ 1836028 h 6467475"/>
                <a:gd name="connsiteX47" fmla="*/ 1283406 w 7513320"/>
                <a:gd name="connsiteY47" fmla="*/ 1896648 h 6467475"/>
                <a:gd name="connsiteX48" fmla="*/ 1404653 w 7513320"/>
                <a:gd name="connsiteY48" fmla="*/ 1749431 h 6467475"/>
                <a:gd name="connsiteX49" fmla="*/ 1121760 w 7513320"/>
                <a:gd name="connsiteY49" fmla="*/ 1353932 h 6467475"/>
                <a:gd name="connsiteX50" fmla="*/ 1869470 w 7513320"/>
                <a:gd name="connsiteY50" fmla="*/ 1111435 h 6467475"/>
                <a:gd name="connsiteX51" fmla="*/ 1872331 w 7513320"/>
                <a:gd name="connsiteY51" fmla="*/ 1108553 h 6467475"/>
                <a:gd name="connsiteX52" fmla="*/ 1880983 w 7513320"/>
                <a:gd name="connsiteY52" fmla="*/ 539835 h 6467475"/>
                <a:gd name="connsiteX53" fmla="*/ 2129267 w 7513320"/>
                <a:gd name="connsiteY53" fmla="*/ 661076 h 6467475"/>
                <a:gd name="connsiteX54" fmla="*/ 2816339 w 7513320"/>
                <a:gd name="connsiteY54" fmla="*/ 202080 h 6467475"/>
                <a:gd name="connsiteX55" fmla="*/ 2995330 w 7513320"/>
                <a:gd name="connsiteY55" fmla="*/ 513856 h 6467475"/>
                <a:gd name="connsiteX56" fmla="*/ 3356207 w 7513320"/>
                <a:gd name="connsiteY56" fmla="*/ 0 h 646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7513320" h="6467475">
                  <a:moveTo>
                    <a:pt x="3356207" y="0"/>
                  </a:moveTo>
                  <a:cubicBezTo>
                    <a:pt x="3448599" y="51960"/>
                    <a:pt x="3514996" y="141439"/>
                    <a:pt x="3500550" y="308878"/>
                  </a:cubicBezTo>
                  <a:lnTo>
                    <a:pt x="3503411" y="308878"/>
                  </a:lnTo>
                  <a:lnTo>
                    <a:pt x="3630449" y="51960"/>
                  </a:lnTo>
                  <a:cubicBezTo>
                    <a:pt x="3737250" y="141439"/>
                    <a:pt x="3757450" y="291557"/>
                    <a:pt x="3722804" y="427239"/>
                  </a:cubicBezTo>
                  <a:cubicBezTo>
                    <a:pt x="3714151" y="461878"/>
                    <a:pt x="3702639" y="487877"/>
                    <a:pt x="3702639" y="508078"/>
                  </a:cubicBezTo>
                  <a:cubicBezTo>
                    <a:pt x="3702639" y="609117"/>
                    <a:pt x="4005735" y="684177"/>
                    <a:pt x="4005735" y="909355"/>
                  </a:cubicBezTo>
                  <a:cubicBezTo>
                    <a:pt x="4005735" y="946876"/>
                    <a:pt x="3994187" y="987293"/>
                    <a:pt x="3976881" y="1033497"/>
                  </a:cubicBezTo>
                  <a:lnTo>
                    <a:pt x="4669710" y="1908211"/>
                  </a:lnTo>
                  <a:cubicBezTo>
                    <a:pt x="4713009" y="1963049"/>
                    <a:pt x="4727453" y="2020789"/>
                    <a:pt x="4727453" y="2069870"/>
                  </a:cubicBezTo>
                  <a:cubicBezTo>
                    <a:pt x="4727453" y="2251749"/>
                    <a:pt x="4568701" y="2445168"/>
                    <a:pt x="4340619" y="2445168"/>
                  </a:cubicBezTo>
                  <a:cubicBezTo>
                    <a:pt x="4115432" y="2445168"/>
                    <a:pt x="4034589" y="2321026"/>
                    <a:pt x="4023076" y="2263290"/>
                  </a:cubicBezTo>
                  <a:lnTo>
                    <a:pt x="3419708" y="1968830"/>
                  </a:lnTo>
                  <a:cubicBezTo>
                    <a:pt x="3385061" y="2026571"/>
                    <a:pt x="3344658" y="2121828"/>
                    <a:pt x="3344658" y="2228650"/>
                  </a:cubicBezTo>
                  <a:cubicBezTo>
                    <a:pt x="3344658" y="2892626"/>
                    <a:pt x="4282874" y="2909946"/>
                    <a:pt x="4510957" y="3778864"/>
                  </a:cubicBezTo>
                  <a:lnTo>
                    <a:pt x="5440518" y="3470003"/>
                  </a:lnTo>
                  <a:cubicBezTo>
                    <a:pt x="6104493" y="4116640"/>
                    <a:pt x="6806010" y="4743103"/>
                    <a:pt x="7239040" y="5000039"/>
                  </a:cubicBezTo>
                  <a:lnTo>
                    <a:pt x="7513320" y="5349328"/>
                  </a:lnTo>
                  <a:lnTo>
                    <a:pt x="6681904" y="5349328"/>
                  </a:lnTo>
                  <a:lnTo>
                    <a:pt x="6681904" y="5106838"/>
                  </a:lnTo>
                  <a:lnTo>
                    <a:pt x="6453821" y="5043337"/>
                  </a:lnTo>
                  <a:cubicBezTo>
                    <a:pt x="6104493" y="4494821"/>
                    <a:pt x="5631059" y="4194587"/>
                    <a:pt x="5377018" y="4119538"/>
                  </a:cubicBezTo>
                  <a:cubicBezTo>
                    <a:pt x="5068092" y="4307180"/>
                    <a:pt x="4837151" y="4503510"/>
                    <a:pt x="4565805" y="4806603"/>
                  </a:cubicBezTo>
                  <a:cubicBezTo>
                    <a:pt x="5007489" y="4771994"/>
                    <a:pt x="5501161" y="4815293"/>
                    <a:pt x="5913954" y="4893203"/>
                  </a:cubicBezTo>
                  <a:lnTo>
                    <a:pt x="5730344" y="6467475"/>
                  </a:lnTo>
                  <a:lnTo>
                    <a:pt x="5262683" y="6467475"/>
                  </a:lnTo>
                  <a:lnTo>
                    <a:pt x="5304313" y="6349352"/>
                  </a:lnTo>
                  <a:cubicBezTo>
                    <a:pt x="5446611" y="5913458"/>
                    <a:pt x="5466514" y="5613476"/>
                    <a:pt x="5466514" y="5441718"/>
                  </a:cubicBezTo>
                  <a:cubicBezTo>
                    <a:pt x="5466514" y="5381078"/>
                    <a:pt x="5463617" y="5323370"/>
                    <a:pt x="5443416" y="5303168"/>
                  </a:cubicBezTo>
                  <a:cubicBezTo>
                    <a:pt x="5426074" y="5285827"/>
                    <a:pt x="5353921" y="5303168"/>
                    <a:pt x="5290420" y="5320474"/>
                  </a:cubicBezTo>
                  <a:cubicBezTo>
                    <a:pt x="5122978" y="5366669"/>
                    <a:pt x="4848699" y="5496566"/>
                    <a:pt x="4496511" y="5782355"/>
                  </a:cubicBezTo>
                  <a:cubicBezTo>
                    <a:pt x="4178969" y="6042186"/>
                    <a:pt x="4005735" y="6160535"/>
                    <a:pt x="3575601" y="6111479"/>
                  </a:cubicBezTo>
                  <a:cubicBezTo>
                    <a:pt x="3454346" y="6237059"/>
                    <a:pt x="3299173" y="6346400"/>
                    <a:pt x="3120545" y="6439592"/>
                  </a:cubicBezTo>
                  <a:lnTo>
                    <a:pt x="3058479" y="6467475"/>
                  </a:lnTo>
                  <a:lnTo>
                    <a:pt x="0" y="6467475"/>
                  </a:lnTo>
                  <a:lnTo>
                    <a:pt x="0" y="4754244"/>
                  </a:lnTo>
                  <a:lnTo>
                    <a:pt x="85493" y="4746935"/>
                  </a:lnTo>
                  <a:cubicBezTo>
                    <a:pt x="583882" y="4715120"/>
                    <a:pt x="1115965" y="4730821"/>
                    <a:pt x="1548996" y="4546809"/>
                  </a:cubicBezTo>
                  <a:cubicBezTo>
                    <a:pt x="1805933" y="4437113"/>
                    <a:pt x="2019570" y="4243679"/>
                    <a:pt x="2019570" y="4021390"/>
                  </a:cubicBezTo>
                  <a:cubicBezTo>
                    <a:pt x="2019570" y="3914591"/>
                    <a:pt x="1958929" y="3851053"/>
                    <a:pt x="1872331" y="3851053"/>
                  </a:cubicBezTo>
                  <a:cubicBezTo>
                    <a:pt x="1829032" y="3851053"/>
                    <a:pt x="1762636" y="3871254"/>
                    <a:pt x="1725091" y="3966542"/>
                  </a:cubicBezTo>
                  <a:cubicBezTo>
                    <a:pt x="1612534" y="3868396"/>
                    <a:pt x="1577887" y="3764456"/>
                    <a:pt x="1577887" y="3660519"/>
                  </a:cubicBezTo>
                  <a:cubicBezTo>
                    <a:pt x="1577887" y="3487323"/>
                    <a:pt x="1632698" y="3406481"/>
                    <a:pt x="1693340" y="3322762"/>
                  </a:cubicBezTo>
                  <a:cubicBezTo>
                    <a:pt x="1635633" y="3172644"/>
                    <a:pt x="1456604" y="3138001"/>
                    <a:pt x="1335358" y="3285243"/>
                  </a:cubicBezTo>
                  <a:cubicBezTo>
                    <a:pt x="1185258" y="3008104"/>
                    <a:pt x="1277652" y="2627025"/>
                    <a:pt x="1667382" y="2511568"/>
                  </a:cubicBezTo>
                  <a:lnTo>
                    <a:pt x="1667382" y="2508664"/>
                  </a:lnTo>
                  <a:cubicBezTo>
                    <a:pt x="1211254" y="2433608"/>
                    <a:pt x="1090008" y="2150708"/>
                    <a:pt x="1141959" y="1836028"/>
                  </a:cubicBezTo>
                  <a:cubicBezTo>
                    <a:pt x="1185258" y="1873568"/>
                    <a:pt x="1234351" y="1896648"/>
                    <a:pt x="1283406" y="1896648"/>
                  </a:cubicBezTo>
                  <a:cubicBezTo>
                    <a:pt x="1358494" y="1896648"/>
                    <a:pt x="1404653" y="1836028"/>
                    <a:pt x="1404653" y="1749431"/>
                  </a:cubicBezTo>
                  <a:cubicBezTo>
                    <a:pt x="1404653" y="1657050"/>
                    <a:pt x="1358494" y="1512712"/>
                    <a:pt x="1121760" y="1353932"/>
                  </a:cubicBezTo>
                  <a:cubicBezTo>
                    <a:pt x="1329603" y="1042152"/>
                    <a:pt x="1687584" y="995953"/>
                    <a:pt x="1869470" y="1111435"/>
                  </a:cubicBezTo>
                  <a:lnTo>
                    <a:pt x="1872331" y="1108553"/>
                  </a:lnTo>
                  <a:cubicBezTo>
                    <a:pt x="1779939" y="981516"/>
                    <a:pt x="1733743" y="759234"/>
                    <a:pt x="1880983" y="539835"/>
                  </a:cubicBezTo>
                  <a:cubicBezTo>
                    <a:pt x="1915630" y="588915"/>
                    <a:pt x="1999369" y="661076"/>
                    <a:pt x="2129267" y="661076"/>
                  </a:cubicBezTo>
                  <a:cubicBezTo>
                    <a:pt x="2510347" y="661076"/>
                    <a:pt x="2524793" y="242478"/>
                    <a:pt x="2816339" y="202080"/>
                  </a:cubicBezTo>
                  <a:cubicBezTo>
                    <a:pt x="2799033" y="331978"/>
                    <a:pt x="2833644" y="513856"/>
                    <a:pt x="2995330" y="513856"/>
                  </a:cubicBezTo>
                  <a:cubicBezTo>
                    <a:pt x="3206070" y="513856"/>
                    <a:pt x="3304218" y="196298"/>
                    <a:pt x="3356207" y="0"/>
                  </a:cubicBezTo>
                  <a:close/>
                </a:path>
              </a:pathLst>
            </a:custGeom>
            <a:solidFill>
              <a:srgbClr val="000000"/>
            </a:solidFill>
            <a:ln w="0" cap="flat">
              <a:noFill/>
              <a:prstDash val="solid"/>
              <a:miter/>
            </a:ln>
          </p:spPr>
          <p:txBody>
            <a:bodyPr wrap="square" rtlCol="0" anchor="ctr">
              <a:noAutofit/>
            </a:bodyPr>
            <a:lstStyle/>
            <a:p>
              <a:endParaRPr lang="en-GB" sz="1092"/>
            </a:p>
          </p:txBody>
        </p:sp>
        <p:sp>
          <p:nvSpPr>
            <p:cNvPr id="17" name="Freeform: Shape 16">
              <a:extLst>
                <a:ext uri="{FF2B5EF4-FFF2-40B4-BE49-F238E27FC236}">
                  <a16:creationId xmlns:a16="http://schemas.microsoft.com/office/drawing/2014/main" id="{350A941F-3CB2-9845-276F-C652DAB4BC91}"/>
                </a:ext>
              </a:extLst>
            </p:cNvPr>
            <p:cNvSpPr/>
            <p:nvPr/>
          </p:nvSpPr>
          <p:spPr>
            <a:xfrm>
              <a:off x="1" y="1008303"/>
              <a:ext cx="4545567" cy="5378213"/>
            </a:xfrm>
            <a:custGeom>
              <a:avLst/>
              <a:gdLst>
                <a:gd name="connsiteX0" fmla="*/ 2790343 w 4545567"/>
                <a:gd name="connsiteY0" fmla="*/ 207858 h 5378213"/>
                <a:gd name="connsiteX1" fmla="*/ 2189908 w 4545567"/>
                <a:gd name="connsiteY1" fmla="*/ 1454971 h 5378213"/>
                <a:gd name="connsiteX2" fmla="*/ 3035732 w 4545567"/>
                <a:gd name="connsiteY2" fmla="*/ 2725208 h 5378213"/>
                <a:gd name="connsiteX3" fmla="*/ 4112571 w 4545567"/>
                <a:gd name="connsiteY3" fmla="*/ 3296815 h 5378213"/>
                <a:gd name="connsiteX4" fmla="*/ 3592905 w 4545567"/>
                <a:gd name="connsiteY4" fmla="*/ 3123581 h 5378213"/>
                <a:gd name="connsiteX5" fmla="*/ 1199704 w 4545567"/>
                <a:gd name="connsiteY5" fmla="*/ 5378213 h 5378213"/>
                <a:gd name="connsiteX6" fmla="*/ 79571 w 4545567"/>
                <a:gd name="connsiteY6" fmla="*/ 4587208 h 5378213"/>
                <a:gd name="connsiteX7" fmla="*/ 0 w 4545567"/>
                <a:gd name="connsiteY7" fmla="*/ 4591624 h 5378213"/>
                <a:gd name="connsiteX8" fmla="*/ 0 w 4545567"/>
                <a:gd name="connsiteY8" fmla="*/ 4375064 h 5378213"/>
                <a:gd name="connsiteX9" fmla="*/ 81891 w 4545567"/>
                <a:gd name="connsiteY9" fmla="*/ 4367296 h 5378213"/>
                <a:gd name="connsiteX10" fmla="*/ 1808829 w 4545567"/>
                <a:gd name="connsiteY10" fmla="*/ 4073375 h 5378213"/>
                <a:gd name="connsiteX11" fmla="*/ 2394856 w 4545567"/>
                <a:gd name="connsiteY11" fmla="*/ 3357418 h 5378213"/>
                <a:gd name="connsiteX12" fmla="*/ 1906977 w 4545567"/>
                <a:gd name="connsiteY12" fmla="*/ 1732111 h 5378213"/>
                <a:gd name="connsiteX13" fmla="*/ 2790343 w 4545567"/>
                <a:gd name="connsiteY13" fmla="*/ 207858 h 5378213"/>
                <a:gd name="connsiteX14" fmla="*/ 3431257 w 4545567"/>
                <a:gd name="connsiteY14" fmla="*/ 0 h 5378213"/>
                <a:gd name="connsiteX15" fmla="*/ 3855635 w 4545567"/>
                <a:gd name="connsiteY15" fmla="*/ 314680 h 5378213"/>
                <a:gd name="connsiteX16" fmla="*/ 3803646 w 4545567"/>
                <a:gd name="connsiteY16" fmla="*/ 415719 h 5378213"/>
                <a:gd name="connsiteX17" fmla="*/ 4545567 w 4545567"/>
                <a:gd name="connsiteY17" fmla="*/ 1345271 h 5378213"/>
                <a:gd name="connsiteX18" fmla="*/ 4412771 w 4545567"/>
                <a:gd name="connsiteY18" fmla="*/ 1368373 h 5378213"/>
                <a:gd name="connsiteX19" fmla="*/ 4360820 w 4545567"/>
                <a:gd name="connsiteY19" fmla="*/ 1423231 h 5378213"/>
                <a:gd name="connsiteX20" fmla="*/ 4438766 w 4545567"/>
                <a:gd name="connsiteY20" fmla="*/ 1607992 h 5378213"/>
                <a:gd name="connsiteX21" fmla="*/ 4326173 w 4545567"/>
                <a:gd name="connsiteY21" fmla="*/ 1639730 h 5378213"/>
                <a:gd name="connsiteX22" fmla="*/ 4204927 w 4545567"/>
                <a:gd name="connsiteY22" fmla="*/ 1541594 h 5378213"/>
                <a:gd name="connsiteX23" fmla="*/ 4204927 w 4545567"/>
                <a:gd name="connsiteY23" fmla="*/ 1541591 h 5378213"/>
                <a:gd name="connsiteX24" fmla="*/ 4233817 w 4545567"/>
                <a:gd name="connsiteY24" fmla="*/ 1336612 h 5378213"/>
                <a:gd name="connsiteX25" fmla="*/ 4178969 w 4545567"/>
                <a:gd name="connsiteY25" fmla="*/ 1180735 h 5378213"/>
                <a:gd name="connsiteX26" fmla="*/ 3864288 w 4545567"/>
                <a:gd name="connsiteY26" fmla="*/ 773675 h 5378213"/>
                <a:gd name="connsiteX27" fmla="*/ 3341762 w 4545567"/>
                <a:gd name="connsiteY27" fmla="*/ 568717 h 5378213"/>
                <a:gd name="connsiteX28" fmla="*/ 3561155 w 4545567"/>
                <a:gd name="connsiteY28" fmla="*/ 274259 h 5378213"/>
                <a:gd name="connsiteX29" fmla="*/ 3431257 w 4545567"/>
                <a:gd name="connsiteY29" fmla="*/ 0 h 53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45567" h="5378213">
                  <a:moveTo>
                    <a:pt x="2790343" y="207858"/>
                  </a:moveTo>
                  <a:cubicBezTo>
                    <a:pt x="2383308" y="560059"/>
                    <a:pt x="2189908" y="964213"/>
                    <a:pt x="2189908" y="1454971"/>
                  </a:cubicBezTo>
                  <a:cubicBezTo>
                    <a:pt x="2189908" y="1948629"/>
                    <a:pt x="2383308" y="2468269"/>
                    <a:pt x="3035732" y="2725208"/>
                  </a:cubicBezTo>
                  <a:cubicBezTo>
                    <a:pt x="3497655" y="2907063"/>
                    <a:pt x="3927789" y="2912846"/>
                    <a:pt x="4112571" y="3296815"/>
                  </a:cubicBezTo>
                  <a:cubicBezTo>
                    <a:pt x="3947990" y="3166880"/>
                    <a:pt x="3740145" y="3123581"/>
                    <a:pt x="3592905" y="3123581"/>
                  </a:cubicBezTo>
                  <a:cubicBezTo>
                    <a:pt x="2654689" y="3123581"/>
                    <a:pt x="2299604" y="4878790"/>
                    <a:pt x="1199704" y="5378213"/>
                  </a:cubicBezTo>
                  <a:cubicBezTo>
                    <a:pt x="1433542" y="4769094"/>
                    <a:pt x="729129" y="4572799"/>
                    <a:pt x="79571" y="4587208"/>
                  </a:cubicBezTo>
                  <a:lnTo>
                    <a:pt x="0" y="4591624"/>
                  </a:lnTo>
                  <a:lnTo>
                    <a:pt x="0" y="4375064"/>
                  </a:lnTo>
                  <a:lnTo>
                    <a:pt x="81891" y="4367296"/>
                  </a:lnTo>
                  <a:cubicBezTo>
                    <a:pt x="611474" y="4328789"/>
                    <a:pt x="1263205" y="4343650"/>
                    <a:pt x="1808829" y="4073375"/>
                  </a:cubicBezTo>
                  <a:cubicBezTo>
                    <a:pt x="2100412" y="3929032"/>
                    <a:pt x="2394856" y="3686506"/>
                    <a:pt x="2394856" y="3357418"/>
                  </a:cubicBezTo>
                  <a:cubicBezTo>
                    <a:pt x="2394856" y="2961927"/>
                    <a:pt x="1906977" y="2572186"/>
                    <a:pt x="1906977" y="1732111"/>
                  </a:cubicBezTo>
                  <a:cubicBezTo>
                    <a:pt x="1906977" y="1183612"/>
                    <a:pt x="2149469" y="551399"/>
                    <a:pt x="2790343" y="207858"/>
                  </a:cubicBezTo>
                  <a:close/>
                  <a:moveTo>
                    <a:pt x="3431257" y="0"/>
                  </a:moveTo>
                  <a:cubicBezTo>
                    <a:pt x="3546710" y="20201"/>
                    <a:pt x="3855635" y="147239"/>
                    <a:pt x="3855635" y="314680"/>
                  </a:cubicBezTo>
                  <a:cubicBezTo>
                    <a:pt x="3855635" y="349318"/>
                    <a:pt x="3838294" y="381058"/>
                    <a:pt x="3803646" y="415719"/>
                  </a:cubicBezTo>
                  <a:lnTo>
                    <a:pt x="4545567" y="1345271"/>
                  </a:lnTo>
                  <a:cubicBezTo>
                    <a:pt x="4519608" y="1385693"/>
                    <a:pt x="4461863" y="1368373"/>
                    <a:pt x="4412771" y="1368373"/>
                  </a:cubicBezTo>
                  <a:cubicBezTo>
                    <a:pt x="4381059" y="1368373"/>
                    <a:pt x="4360820" y="1388574"/>
                    <a:pt x="4360820" y="1423231"/>
                  </a:cubicBezTo>
                  <a:cubicBezTo>
                    <a:pt x="4360820" y="1486732"/>
                    <a:pt x="4409911" y="1564671"/>
                    <a:pt x="4438766" y="1607992"/>
                  </a:cubicBezTo>
                  <a:cubicBezTo>
                    <a:pt x="4415668" y="1622410"/>
                    <a:pt x="4372369" y="1639730"/>
                    <a:pt x="4326173" y="1639730"/>
                  </a:cubicBezTo>
                  <a:cubicBezTo>
                    <a:pt x="4268428" y="1639730"/>
                    <a:pt x="4204927" y="1619534"/>
                    <a:pt x="4204927" y="1541594"/>
                  </a:cubicBezTo>
                  <a:lnTo>
                    <a:pt x="4204927" y="1541591"/>
                  </a:lnTo>
                  <a:cubicBezTo>
                    <a:pt x="4204927" y="1492513"/>
                    <a:pt x="4233817" y="1408794"/>
                    <a:pt x="4233817" y="1336612"/>
                  </a:cubicBezTo>
                  <a:cubicBezTo>
                    <a:pt x="4233817" y="1299094"/>
                    <a:pt x="4225129" y="1252894"/>
                    <a:pt x="4178969" y="1180735"/>
                  </a:cubicBezTo>
                  <a:cubicBezTo>
                    <a:pt x="4112571" y="1079695"/>
                    <a:pt x="3985533" y="903595"/>
                    <a:pt x="3864288" y="773675"/>
                  </a:cubicBezTo>
                  <a:cubicBezTo>
                    <a:pt x="3702638" y="603357"/>
                    <a:pt x="3561155" y="554276"/>
                    <a:pt x="3341762" y="568717"/>
                  </a:cubicBezTo>
                  <a:cubicBezTo>
                    <a:pt x="3520752" y="470557"/>
                    <a:pt x="3561155" y="378181"/>
                    <a:pt x="3561155" y="274259"/>
                  </a:cubicBezTo>
                  <a:cubicBezTo>
                    <a:pt x="3561155" y="184760"/>
                    <a:pt x="3512099" y="89498"/>
                    <a:pt x="3431257" y="0"/>
                  </a:cubicBezTo>
                  <a:close/>
                </a:path>
              </a:pathLst>
            </a:custGeom>
            <a:solidFill>
              <a:srgbClr val="0BE248"/>
            </a:solidFill>
            <a:ln w="0" cap="flat">
              <a:noFill/>
              <a:prstDash val="solid"/>
              <a:miter/>
            </a:ln>
          </p:spPr>
          <p:txBody>
            <a:bodyPr wrap="square" rtlCol="0" anchor="ctr">
              <a:noAutofit/>
            </a:bodyPr>
            <a:lstStyle/>
            <a:p>
              <a:endParaRPr lang="en-GB" sz="1092"/>
            </a:p>
          </p:txBody>
        </p:sp>
      </p:grpSp>
      <p:sp>
        <p:nvSpPr>
          <p:cNvPr id="11" name="Title 14">
            <a:extLst>
              <a:ext uri="{FF2B5EF4-FFF2-40B4-BE49-F238E27FC236}">
                <a16:creationId xmlns:a16="http://schemas.microsoft.com/office/drawing/2014/main" id="{F400E925-2042-8E3A-2316-DFB79E788CA6}"/>
              </a:ext>
            </a:extLst>
          </p:cNvPr>
          <p:cNvSpPr>
            <a:spLocks noGrp="1"/>
          </p:cNvSpPr>
          <p:nvPr userDrawn="1">
            <p:ph type="title" hasCustomPrompt="1"/>
          </p:nvPr>
        </p:nvSpPr>
        <p:spPr>
          <a:xfrm>
            <a:off x="6657174" y="390525"/>
            <a:ext cx="5136363" cy="3658504"/>
          </a:xfrm>
          <a:prstGeom prst="rect">
            <a:avLst/>
          </a:prstGeom>
        </p:spPr>
        <p:txBody>
          <a:bodyPr vert="horz" anchor="b"/>
          <a:lstStyle>
            <a:lvl1pPr algn="ctr">
              <a:lnSpc>
                <a:spcPct val="85000"/>
              </a:lnSpc>
              <a:defRPr sz="5400" spc="-20" baseline="0">
                <a:solidFill>
                  <a:schemeClr val="tx1"/>
                </a:solidFill>
                <a:latin typeface="GT Ultra Median Lloyds Black" panose="020B0604020202020204" charset="0"/>
              </a:defRPr>
            </a:lvl1pPr>
          </a:lstStyle>
          <a:p>
            <a:r>
              <a:rPr lang="en-US"/>
              <a:t>Click to edit Master</a:t>
            </a:r>
            <a:br>
              <a:rPr lang="en-US"/>
            </a:br>
            <a:r>
              <a:rPr lang="en-US"/>
              <a:t>title style</a:t>
            </a:r>
            <a:endParaRPr lang="en-GB"/>
          </a:p>
        </p:txBody>
      </p:sp>
      <p:sp>
        <p:nvSpPr>
          <p:cNvPr id="13" name="Text Placeholder 3">
            <a:extLst>
              <a:ext uri="{FF2B5EF4-FFF2-40B4-BE49-F238E27FC236}">
                <a16:creationId xmlns:a16="http://schemas.microsoft.com/office/drawing/2014/main" id="{901B5DBF-BA3F-6D66-3C08-561D8FC52AA4}"/>
              </a:ext>
            </a:extLst>
          </p:cNvPr>
          <p:cNvSpPr>
            <a:spLocks noGrp="1"/>
          </p:cNvSpPr>
          <p:nvPr userDrawn="1">
            <p:ph type="body" sz="quarter" idx="14"/>
          </p:nvPr>
        </p:nvSpPr>
        <p:spPr>
          <a:xfrm>
            <a:off x="6657174" y="4200042"/>
            <a:ext cx="5136363" cy="1052678"/>
          </a:xfrm>
        </p:spPr>
        <p:txBody>
          <a:bodyPr anchor="t"/>
          <a:lstStyle>
            <a:lvl1pPr algn="ctr">
              <a:defRPr b="0">
                <a:solidFill>
                  <a:schemeClr val="tx1"/>
                </a:solidFill>
              </a:defRPr>
            </a:lvl1pPr>
          </a:lstStyle>
          <a:p>
            <a:pPr lvl="0"/>
            <a:r>
              <a:rPr lang="en-GB"/>
              <a:t>Click to edit Master text styles</a:t>
            </a:r>
          </a:p>
        </p:txBody>
      </p:sp>
      <p:sp>
        <p:nvSpPr>
          <p:cNvPr id="4" name="Slide Number Placeholder 3">
            <a:extLst>
              <a:ext uri="{FF2B5EF4-FFF2-40B4-BE49-F238E27FC236}">
                <a16:creationId xmlns:a16="http://schemas.microsoft.com/office/drawing/2014/main" id="{964D13AF-67CE-227C-3A23-330938B0A057}"/>
              </a:ext>
            </a:extLst>
          </p:cNvPr>
          <p:cNvSpPr>
            <a:spLocks noGrp="1"/>
          </p:cNvSpPr>
          <p:nvPr userDrawn="1">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40962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4_Title Slide (Full blee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77D942-9A9A-46E5-40A2-3F0F26A49BC4}"/>
              </a:ext>
              <a:ext uri="{C183D7F6-B498-43B3-948B-1728B52AA6E4}">
                <adec:decorative xmlns:adec="http://schemas.microsoft.com/office/drawing/2017/decorative" val="1"/>
              </a:ext>
            </a:extLst>
          </p:cNvPr>
          <p:cNvSpPr/>
          <p:nvPr userDrawn="1"/>
        </p:nvSpPr>
        <p:spPr>
          <a:xfrm>
            <a:off x="0" y="2"/>
            <a:ext cx="12192000" cy="3393325"/>
          </a:xfrm>
          <a:prstGeom prst="rect">
            <a:avLst/>
          </a:prstGeom>
          <a:gradFill>
            <a:gsLst>
              <a:gs pos="1000">
                <a:schemeClr val="bg1">
                  <a:alpha val="62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92"/>
          </a:p>
        </p:txBody>
      </p:sp>
      <p:pic>
        <p:nvPicPr>
          <p:cNvPr id="9" name="Graphic 8" descr="Lloyds Banking Group logo">
            <a:extLst>
              <a:ext uri="{FF2B5EF4-FFF2-40B4-BE49-F238E27FC236}">
                <a16:creationId xmlns:a16="http://schemas.microsoft.com/office/drawing/2014/main" id="{519C24BE-B925-E24C-E38E-64867AF8DC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27129"/>
            <a:ext cx="1320657" cy="1113182"/>
          </a:xfrm>
          <a:prstGeom prst="rect">
            <a:avLst/>
          </a:prstGeom>
        </p:spPr>
      </p:pic>
      <p:sp>
        <p:nvSpPr>
          <p:cNvPr id="15" name="Title 14">
            <a:extLst>
              <a:ext uri="{FF2B5EF4-FFF2-40B4-BE49-F238E27FC236}">
                <a16:creationId xmlns:a16="http://schemas.microsoft.com/office/drawing/2014/main" id="{3B4209EC-FE27-C57D-39A4-CC8F78966AF2}"/>
              </a:ext>
            </a:extLst>
          </p:cNvPr>
          <p:cNvSpPr>
            <a:spLocks noGrp="1"/>
          </p:cNvSpPr>
          <p:nvPr>
            <p:ph type="title"/>
          </p:nvPr>
        </p:nvSpPr>
        <p:spPr>
          <a:xfrm>
            <a:off x="838200" y="1958975"/>
            <a:ext cx="10515600" cy="1377950"/>
          </a:xfrm>
          <a:prstGeom prst="rect">
            <a:avLst/>
          </a:prstGeom>
        </p:spPr>
        <p:txBody>
          <a:bodyPr vert="horz" anchor="ctr"/>
          <a:lstStyle>
            <a:lvl1pPr algn="ctr">
              <a:defRPr sz="4400" spc="-20" baseline="0">
                <a:latin typeface="GT Ultra Median Lloyds Black" panose="020B0604020202020204" charset="0"/>
              </a:defRPr>
            </a:lvl1pPr>
          </a:lstStyle>
          <a:p>
            <a:r>
              <a:rPr lang="en-GB"/>
              <a:t>Click to edit Master title style</a:t>
            </a:r>
          </a:p>
        </p:txBody>
      </p:sp>
      <p:sp>
        <p:nvSpPr>
          <p:cNvPr id="25" name="Text Placeholder 3">
            <a:extLst>
              <a:ext uri="{FF2B5EF4-FFF2-40B4-BE49-F238E27FC236}">
                <a16:creationId xmlns:a16="http://schemas.microsoft.com/office/drawing/2014/main" id="{64E83FE9-10F3-9789-FA30-B0A08C7E037E}"/>
              </a:ext>
            </a:extLst>
          </p:cNvPr>
          <p:cNvSpPr>
            <a:spLocks noGrp="1"/>
          </p:cNvSpPr>
          <p:nvPr>
            <p:ph type="body" sz="quarter" idx="10"/>
          </p:nvPr>
        </p:nvSpPr>
        <p:spPr>
          <a:xfrm>
            <a:off x="838200" y="3393325"/>
            <a:ext cx="10515600" cy="773765"/>
          </a:xfrm>
        </p:spPr>
        <p:txBody>
          <a:bodyPr anchor="ctr"/>
          <a:lstStyle>
            <a:lvl1pPr algn="ctr">
              <a:lnSpc>
                <a:spcPct val="100000"/>
              </a:lnSpc>
              <a:defRPr b="0"/>
            </a:lvl1pPr>
          </a:lstStyle>
          <a:p>
            <a:pPr lvl="0"/>
            <a:r>
              <a:rPr lang="en-GB"/>
              <a:t>Click to edit Master text styles</a:t>
            </a:r>
          </a:p>
        </p:txBody>
      </p:sp>
      <p:sp>
        <p:nvSpPr>
          <p:cNvPr id="29" name="Date Placeholder 28">
            <a:extLst>
              <a:ext uri="{FF2B5EF4-FFF2-40B4-BE49-F238E27FC236}">
                <a16:creationId xmlns:a16="http://schemas.microsoft.com/office/drawing/2014/main" id="{1ECD8488-AAC7-7FD3-8B59-DE9A6DCA1A78}"/>
              </a:ext>
            </a:extLst>
          </p:cNvPr>
          <p:cNvSpPr>
            <a:spLocks noGrp="1"/>
          </p:cNvSpPr>
          <p:nvPr>
            <p:ph type="dt" sz="half" idx="15"/>
          </p:nvPr>
        </p:nvSpPr>
        <p:spPr>
          <a:xfrm>
            <a:off x="4724400" y="4223493"/>
            <a:ext cx="2743200" cy="220763"/>
          </a:xfrm>
        </p:spPr>
        <p:txBody>
          <a:bodyPr/>
          <a:lstStyle>
            <a:lvl1pPr algn="ctr">
              <a:defRPr sz="1200" b="0"/>
            </a:lvl1pPr>
          </a:lstStyle>
          <a:p>
            <a:fld id="{3DAE49FE-D209-4CE2-A110-9E636A10F85D}" type="datetime3">
              <a:rPr lang="en-GB" smtClean="0"/>
              <a:t>3 August, 2026</a:t>
            </a:fld>
            <a:endParaRPr lang="en-GB"/>
          </a:p>
        </p:txBody>
      </p:sp>
      <p:sp>
        <p:nvSpPr>
          <p:cNvPr id="8" name="Rectangle 7">
            <a:extLst>
              <a:ext uri="{FF2B5EF4-FFF2-40B4-BE49-F238E27FC236}">
                <a16:creationId xmlns:a16="http://schemas.microsoft.com/office/drawing/2014/main" id="{89091BB0-B54E-4658-48EE-DC15E38DA1CA}"/>
              </a:ext>
            </a:extLst>
          </p:cNvPr>
          <p:cNvSpPr/>
          <p:nvPr/>
        </p:nvSpPr>
        <p:spPr>
          <a:xfrm>
            <a:off x="0" y="6959600"/>
            <a:ext cx="10535920" cy="487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 rtlCol="0" anchor="ctr"/>
          <a:lstStyle/>
          <a:p>
            <a:pPr marL="0" marR="0" lvl="0" indent="0" algn="l" defTabSz="914439" eaLnBrk="1" fontAlgn="auto" latinLnBrk="0" hangingPunct="1">
              <a:lnSpc>
                <a:spcPct val="100000"/>
              </a:lnSpc>
              <a:spcBef>
                <a:spcPts val="0"/>
              </a:spcBef>
              <a:spcAft>
                <a:spcPts val="0"/>
              </a:spcAft>
              <a:buClrTx/>
              <a:buSzTx/>
              <a:buFontTx/>
              <a:buNone/>
              <a:tabLst/>
              <a:defRPr/>
            </a:pPr>
            <a:r>
              <a:rPr lang="en-GB" sz="1050"/>
              <a:t>Choose background images which have the focal point towards the lower end of the slide as the text is housed towards the top. </a:t>
            </a:r>
            <a:r>
              <a:rPr lang="en-US" sz="1050"/>
              <a:t>To change the background image: Right-click the slide &gt; Format Background &gt; Picture or texture fill &gt; Picture Source &gt; Insert… browse to your chosen image, click Open.</a:t>
            </a:r>
          </a:p>
        </p:txBody>
      </p:sp>
    </p:spTree>
    <p:extLst>
      <p:ext uri="{BB962C8B-B14F-4D97-AF65-F5344CB8AC3E}">
        <p14:creationId xmlns:p14="http://schemas.microsoft.com/office/powerpoint/2010/main" val="363619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3_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2868021" y="1324273"/>
            <a:ext cx="6455935" cy="1598194"/>
          </a:xfrm>
          <a:prstGeom prst="rect">
            <a:avLst/>
          </a:prstGeom>
          <a:noFill/>
        </p:spPr>
        <p:txBody>
          <a:bodyPr wrap="none" lIns="0" tIns="0" rIns="0" bIns="0" rtlCol="0" anchor="b">
            <a:spAutoFit/>
          </a:bodyPr>
          <a:lstStyle/>
          <a:p>
            <a:pPr marL="0" marR="0" indent="0" algn="ctr" defTabSz="914439"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110292" y="2963458"/>
            <a:ext cx="7971413" cy="1477328"/>
          </a:xfrm>
          <a:prstGeom prst="rect">
            <a:avLst/>
          </a:prstGeom>
          <a:noFill/>
        </p:spPr>
        <p:txBody>
          <a:bodyPr wrap="none" lIns="0" tIns="0" rIns="0" bIns="0" rtlCol="0">
            <a:spAutoFit/>
          </a:bodyPr>
          <a:lstStyle/>
          <a:p>
            <a:pPr marL="0" marR="0" indent="0" algn="ctr" defTabSz="914439"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515717" y="5172704"/>
            <a:ext cx="7160615" cy="276999"/>
          </a:xfrm>
          <a:prstGeom prst="rect">
            <a:avLst/>
          </a:prstGeom>
          <a:noFill/>
        </p:spPr>
        <p:txBody>
          <a:bodyPr wrap="none" lIns="0" tIns="0" rIns="0" bIns="0" rtlCol="0">
            <a:spAutoFit/>
          </a:bodyPr>
          <a:lstStyle/>
          <a:p>
            <a:pPr marL="0" marR="0" indent="0" algn="ctr" defTabSz="914439"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166510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0_Three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57CF0-520E-43C1-08A5-497543FB3368}"/>
              </a:ext>
            </a:extLst>
          </p:cNvPr>
          <p:cNvSpPr>
            <a:spLocks noGrp="1"/>
          </p:cNvSpPr>
          <p:nvPr>
            <p:ph type="title"/>
          </p:nvPr>
        </p:nvSpPr>
        <p:spPr/>
        <p:txBody>
          <a:bodyPr/>
          <a:lstStyle/>
          <a:p>
            <a:r>
              <a:rPr lang="en-GB"/>
              <a:t>Click to edit Master title style</a:t>
            </a:r>
          </a:p>
        </p:txBody>
      </p:sp>
      <p:sp>
        <p:nvSpPr>
          <p:cNvPr id="8" name="Content Placeholder 7">
            <a:extLst>
              <a:ext uri="{FF2B5EF4-FFF2-40B4-BE49-F238E27FC236}">
                <a16:creationId xmlns:a16="http://schemas.microsoft.com/office/drawing/2014/main" id="{A55E9A31-B2E6-5F9C-91F2-15F1C8C88F6B}"/>
              </a:ext>
            </a:extLst>
          </p:cNvPr>
          <p:cNvSpPr>
            <a:spLocks noGrp="1"/>
          </p:cNvSpPr>
          <p:nvPr>
            <p:ph sz="quarter" idx="19"/>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Content Placeholder 8">
            <a:extLst>
              <a:ext uri="{FF2B5EF4-FFF2-40B4-BE49-F238E27FC236}">
                <a16:creationId xmlns:a16="http://schemas.microsoft.com/office/drawing/2014/main" id="{C99D90AE-1D4A-8562-E607-F9C3BFB42E60}"/>
              </a:ext>
            </a:extLst>
          </p:cNvPr>
          <p:cNvSpPr>
            <a:spLocks noGrp="1"/>
          </p:cNvSpPr>
          <p:nvPr>
            <p:ph sz="quarter" idx="20"/>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Content Placeholder 10">
            <a:extLst>
              <a:ext uri="{FF2B5EF4-FFF2-40B4-BE49-F238E27FC236}">
                <a16:creationId xmlns:a16="http://schemas.microsoft.com/office/drawing/2014/main" id="{402B3065-0365-F69D-6FF8-D32E0BF69D56}"/>
              </a:ext>
            </a:extLst>
          </p:cNvPr>
          <p:cNvSpPr>
            <a:spLocks noGrp="1"/>
          </p:cNvSpPr>
          <p:nvPr>
            <p:ph sz="quarter" idx="21"/>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39"/>
            <a:fld id="{D05BFB15-FC18-4DE5-A1D6-75E08CC6C47C}" type="slidenum">
              <a:rPr lang="en-GB" smtClean="0">
                <a:solidFill>
                  <a:prstClr val="black"/>
                </a:solidFill>
              </a:rPr>
              <a:pPr defTabSz="914439"/>
              <a:t>‹#›</a:t>
            </a:fld>
            <a:endParaRPr lang="en-GB">
              <a:solidFill>
                <a:prstClr val="black"/>
              </a:solidFill>
            </a:endParaRPr>
          </a:p>
        </p:txBody>
      </p:sp>
    </p:spTree>
    <p:extLst>
      <p:ext uri="{BB962C8B-B14F-4D97-AF65-F5344CB8AC3E}">
        <p14:creationId xmlns:p14="http://schemas.microsoft.com/office/powerpoint/2010/main" val="777723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17_Two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362-E4E4-D0AC-0A44-066F3A5EB55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D9CBFC8F-3608-9F37-6960-603A4126E064}"/>
              </a:ext>
            </a:extLst>
          </p:cNvPr>
          <p:cNvSpPr>
            <a:spLocks noGrp="1"/>
          </p:cNvSpPr>
          <p:nvPr>
            <p:ph sz="quarter" idx="22"/>
          </p:nvPr>
        </p:nvSpPr>
        <p:spPr>
          <a:xfrm>
            <a:off x="38259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23C9F5DA-8F25-242C-759E-CE6A54DEEB34}"/>
              </a:ext>
            </a:extLst>
          </p:cNvPr>
          <p:cNvSpPr>
            <a:spLocks noGrp="1"/>
          </p:cNvSpPr>
          <p:nvPr>
            <p:ph sz="quarter" idx="23"/>
          </p:nvPr>
        </p:nvSpPr>
        <p:spPr>
          <a:xfrm>
            <a:off x="4232928"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a:solidFill>
            <a:schemeClr val="bg2"/>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Picture Placeholder 17">
            <a:extLst>
              <a:ext uri="{FF2B5EF4-FFF2-40B4-BE49-F238E27FC236}">
                <a16:creationId xmlns:a16="http://schemas.microsoft.com/office/drawing/2014/main" id="{3582097A-C9A1-A2F9-8A26-7322768BB7BD}"/>
              </a:ext>
            </a:extLst>
          </p:cNvPr>
          <p:cNvSpPr>
            <a:spLocks noGrp="1"/>
          </p:cNvSpPr>
          <p:nvPr>
            <p:ph type="pic" sz="quarter" idx="24"/>
          </p:nvPr>
        </p:nvSpPr>
        <p:spPr>
          <a:xfrm>
            <a:off x="8083264" y="1592264"/>
            <a:ext cx="3710275" cy="4502150"/>
          </a:xfrm>
          <a:custGeom>
            <a:avLst/>
            <a:gdLst>
              <a:gd name="connsiteX0" fmla="*/ 107487 w 3710275"/>
              <a:gd name="connsiteY0" fmla="*/ 0 h 4502150"/>
              <a:gd name="connsiteX1" fmla="*/ 3602788 w 3710275"/>
              <a:gd name="connsiteY1" fmla="*/ 0 h 4502150"/>
              <a:gd name="connsiteX2" fmla="*/ 3710275 w 3710275"/>
              <a:gd name="connsiteY2" fmla="*/ 107487 h 4502150"/>
              <a:gd name="connsiteX3" fmla="*/ 3710275 w 3710275"/>
              <a:gd name="connsiteY3" fmla="*/ 4394663 h 4502150"/>
              <a:gd name="connsiteX4" fmla="*/ 3602788 w 3710275"/>
              <a:gd name="connsiteY4" fmla="*/ 4502150 h 4502150"/>
              <a:gd name="connsiteX5" fmla="*/ 107487 w 3710275"/>
              <a:gd name="connsiteY5" fmla="*/ 4502150 h 4502150"/>
              <a:gd name="connsiteX6" fmla="*/ 0 w 3710275"/>
              <a:gd name="connsiteY6" fmla="*/ 4394663 h 4502150"/>
              <a:gd name="connsiteX7" fmla="*/ 0 w 3710275"/>
              <a:gd name="connsiteY7" fmla="*/ 107487 h 4502150"/>
              <a:gd name="connsiteX8" fmla="*/ 107487 w 3710275"/>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0275" h="4502150">
                <a:moveTo>
                  <a:pt x="107487" y="0"/>
                </a:moveTo>
                <a:lnTo>
                  <a:pt x="3602788" y="0"/>
                </a:lnTo>
                <a:cubicBezTo>
                  <a:pt x="3662151" y="0"/>
                  <a:pt x="3710275" y="48124"/>
                  <a:pt x="3710275" y="107487"/>
                </a:cubicBezTo>
                <a:lnTo>
                  <a:pt x="3710275" y="4394663"/>
                </a:lnTo>
                <a:cubicBezTo>
                  <a:pt x="3710275" y="4454026"/>
                  <a:pt x="3662151" y="4502150"/>
                  <a:pt x="3602788" y="4502150"/>
                </a:cubicBezTo>
                <a:lnTo>
                  <a:pt x="107487" y="4502150"/>
                </a:lnTo>
                <a:cubicBezTo>
                  <a:pt x="48124" y="4502150"/>
                  <a:pt x="0" y="4454026"/>
                  <a:pt x="0" y="4394663"/>
                </a:cubicBezTo>
                <a:lnTo>
                  <a:pt x="0" y="107487"/>
                </a:lnTo>
                <a:cubicBezTo>
                  <a:pt x="0" y="48124"/>
                  <a:pt x="48124" y="0"/>
                  <a:pt x="107487" y="0"/>
                </a:cubicBezTo>
                <a:close/>
              </a:path>
            </a:pathLst>
          </a:custGeom>
        </p:spPr>
        <p:txBody>
          <a:bodyPr wrap="square">
            <a:noAutofit/>
          </a:bodyPr>
          <a:lstStyle/>
          <a:p>
            <a:r>
              <a:rPr lang="en-GB"/>
              <a:t>Click icon to add picture</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39"/>
            <a:fld id="{D05BFB15-FC18-4DE5-A1D6-75E08CC6C47C}" type="slidenum">
              <a:rPr lang="en-GB" smtClean="0">
                <a:solidFill>
                  <a:prstClr val="black"/>
                </a:solidFill>
              </a:rPr>
              <a:pPr defTabSz="914439"/>
              <a:t>‹#›</a:t>
            </a:fld>
            <a:endParaRPr lang="en-GB">
              <a:solidFill>
                <a:prstClr val="black"/>
              </a:solidFill>
            </a:endParaRPr>
          </a:p>
        </p:txBody>
      </p:sp>
    </p:spTree>
    <p:extLst>
      <p:ext uri="{BB962C8B-B14F-4D97-AF65-F5344CB8AC3E}">
        <p14:creationId xmlns:p14="http://schemas.microsoft.com/office/powerpoint/2010/main" val="118337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17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2"/>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39"/>
            <a:fld id="{D05BFB15-FC18-4DE5-A1D6-75E08CC6C47C}" type="slidenum">
              <a:rPr lang="en-GB" smtClean="0">
                <a:solidFill>
                  <a:prstClr val="black"/>
                </a:solidFill>
              </a:rPr>
              <a:pPr defTabSz="914439"/>
              <a:t>‹#›</a:t>
            </a:fld>
            <a:endParaRPr lang="en-GB">
              <a:solidFill>
                <a:prstClr val="black"/>
              </a:solidFill>
            </a:endParaRPr>
          </a:p>
        </p:txBody>
      </p:sp>
    </p:spTree>
    <p:extLst>
      <p:ext uri="{BB962C8B-B14F-4D97-AF65-F5344CB8AC3E}">
        <p14:creationId xmlns:p14="http://schemas.microsoft.com/office/powerpoint/2010/main" val="208435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Split title layout - graphic">
    <p:spTree>
      <p:nvGrpSpPr>
        <p:cNvPr id="1" name=""/>
        <p:cNvGrpSpPr/>
        <p:nvPr/>
      </p:nvGrpSpPr>
      <p:grpSpPr>
        <a:xfrm>
          <a:off x="0" y="0"/>
          <a:ext cx="0" cy="0"/>
          <a:chOff x="0" y="0"/>
          <a:chExt cx="0" cy="0"/>
        </a:xfrm>
      </p:grpSpPr>
      <p:sp>
        <p:nvSpPr>
          <p:cNvPr id="3" name="object 13">
            <a:extLst>
              <a:ext uri="{FF2B5EF4-FFF2-40B4-BE49-F238E27FC236}">
                <a16:creationId xmlns:a16="http://schemas.microsoft.com/office/drawing/2014/main" id="{5B68DFE2-73CF-A846-4885-A3E3B5E79FF8}"/>
              </a:ext>
              <a:ext uri="{C183D7F6-B498-43B3-948B-1728B52AA6E4}">
                <adec:decorative xmlns:adec="http://schemas.microsoft.com/office/drawing/2017/decorative" val="1"/>
              </a:ext>
            </a:extLst>
          </p:cNvPr>
          <p:cNvSpPr/>
          <p:nvPr userDrawn="1"/>
        </p:nvSpPr>
        <p:spPr>
          <a:xfrm>
            <a:off x="6096002" y="0"/>
            <a:ext cx="6095999" cy="6858000"/>
          </a:xfrm>
          <a:custGeom>
            <a:avLst/>
            <a:gdLst/>
            <a:ahLst/>
            <a:cxnLst/>
            <a:rect l="l" t="t" r="r" b="b"/>
            <a:pathLst>
              <a:path w="3204209" h="5969000">
                <a:moveTo>
                  <a:pt x="3204090" y="0"/>
                </a:moveTo>
                <a:lnTo>
                  <a:pt x="0" y="0"/>
                </a:lnTo>
                <a:lnTo>
                  <a:pt x="0" y="5968404"/>
                </a:lnTo>
                <a:lnTo>
                  <a:pt x="3204090" y="5968404"/>
                </a:lnTo>
                <a:lnTo>
                  <a:pt x="3204090" y="0"/>
                </a:lnTo>
                <a:close/>
              </a:path>
            </a:pathLst>
          </a:custGeom>
          <a:solidFill>
            <a:srgbClr val="11B67A"/>
          </a:solidFill>
        </p:spPr>
        <p:txBody>
          <a:bodyPr wrap="square" lIns="0" tIns="0" rIns="0" bIns="0" rtlCol="0"/>
          <a:lstStyle/>
          <a:p>
            <a:endParaRPr sz="1092">
              <a:latin typeface="Arial" panose="020B0604020202020204" pitchFamily="34" charset="0"/>
            </a:endParaRPr>
          </a:p>
        </p:txBody>
      </p:sp>
      <p:pic>
        <p:nvPicPr>
          <p:cNvPr id="5" name="Graphic 4" descr="A coin falling onto a Mobile Phone Screen">
            <a:extLst>
              <a:ext uri="{FF2B5EF4-FFF2-40B4-BE49-F238E27FC236}">
                <a16:creationId xmlns:a16="http://schemas.microsoft.com/office/drawing/2014/main" id="{87999809-9ED8-0347-CB0C-2FEC55A34B2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7979229" y="2031599"/>
            <a:ext cx="2704421" cy="2704421"/>
          </a:xfrm>
          <a:prstGeom prst="rect">
            <a:avLst/>
          </a:prstGeom>
        </p:spPr>
      </p:pic>
      <p:sp>
        <p:nvSpPr>
          <p:cNvPr id="13" name="Title 12">
            <a:extLst>
              <a:ext uri="{FF2B5EF4-FFF2-40B4-BE49-F238E27FC236}">
                <a16:creationId xmlns:a16="http://schemas.microsoft.com/office/drawing/2014/main" id="{BAEF5B14-8EC8-4B6B-0E12-DE488907C2DC}"/>
              </a:ext>
            </a:extLst>
          </p:cNvPr>
          <p:cNvSpPr>
            <a:spLocks noGrp="1"/>
          </p:cNvSpPr>
          <p:nvPr>
            <p:ph type="title"/>
          </p:nvPr>
        </p:nvSpPr>
        <p:spPr>
          <a:xfrm>
            <a:off x="754760" y="3087274"/>
            <a:ext cx="4976812" cy="712788"/>
          </a:xfrm>
          <a:prstGeom prst="rect">
            <a:avLst/>
          </a:prstGeom>
        </p:spPr>
        <p:txBody>
          <a:bodyPr/>
          <a:lstStyle>
            <a:lvl1pPr>
              <a:lnSpc>
                <a:spcPts val="5000"/>
              </a:lnSpc>
              <a:defRPr sz="5000" spc="-20" baseline="0">
                <a:latin typeface="GT Ultra Median Lloyds Black" panose="020B0604020202020204" charset="0"/>
              </a:defRPr>
            </a:lvl1pPr>
          </a:lstStyle>
          <a:p>
            <a:r>
              <a:rPr lang="en-US"/>
              <a:t>Click to edit Master title style</a:t>
            </a:r>
            <a:endParaRPr lang="en-GB"/>
          </a:p>
        </p:txBody>
      </p:sp>
      <p:sp>
        <p:nvSpPr>
          <p:cNvPr id="15" name="Text Placeholder 14">
            <a:extLst>
              <a:ext uri="{FF2B5EF4-FFF2-40B4-BE49-F238E27FC236}">
                <a16:creationId xmlns:a16="http://schemas.microsoft.com/office/drawing/2014/main" id="{EE60744F-A4CB-8722-7E40-E445DE39017F}"/>
              </a:ext>
            </a:extLst>
          </p:cNvPr>
          <p:cNvSpPr>
            <a:spLocks noGrp="1"/>
          </p:cNvSpPr>
          <p:nvPr>
            <p:ph type="body" sz="quarter" idx="10" hasCustomPrompt="1"/>
          </p:nvPr>
        </p:nvSpPr>
        <p:spPr>
          <a:xfrm>
            <a:off x="874713" y="3891877"/>
            <a:ext cx="2127250" cy="539750"/>
          </a:xfrm>
          <a:prstGeom prst="roundRect">
            <a:avLst>
              <a:gd name="adj" fmla="val 17403"/>
            </a:avLst>
          </a:prstGeom>
          <a:ln w="19050">
            <a:solidFill>
              <a:srgbClr val="323233"/>
            </a:solidFill>
          </a:ln>
        </p:spPr>
        <p:txBody>
          <a:bodyPr anchor="ctr"/>
          <a:lstStyle>
            <a:lvl1pPr marL="0" indent="0" algn="l">
              <a:lnSpc>
                <a:spcPct val="100000"/>
              </a:lnSpc>
              <a:buNone/>
              <a:defRPr sz="1800" baseline="0">
                <a:latin typeface="GT Ultra Lloyds Light" panose="020B0604020202020204" charset="0"/>
              </a:defRPr>
            </a:lvl1pPr>
            <a:lvl2pPr marL="457213" indent="0" algn="l">
              <a:lnSpc>
                <a:spcPct val="100000"/>
              </a:lnSpc>
              <a:buNone/>
              <a:defRPr sz="1800" baseline="0">
                <a:latin typeface="GT Ultra Lloyds Light" panose="020B0604020202020204" charset="0"/>
              </a:defRPr>
            </a:lvl2pPr>
            <a:lvl3pPr marL="914426" indent="0" algn="l">
              <a:lnSpc>
                <a:spcPct val="100000"/>
              </a:lnSpc>
              <a:buNone/>
              <a:defRPr sz="1800" baseline="0">
                <a:latin typeface="GT Ultra Lloyds Light" panose="020B0604020202020204" charset="0"/>
              </a:defRPr>
            </a:lvl3pPr>
            <a:lvl4pPr marL="1371640" indent="0" algn="l">
              <a:lnSpc>
                <a:spcPct val="100000"/>
              </a:lnSpc>
              <a:buNone/>
              <a:defRPr sz="1800" baseline="0">
                <a:latin typeface="GT Ultra Lloyds Light" panose="020B0604020202020204" charset="0"/>
              </a:defRPr>
            </a:lvl4pPr>
            <a:lvl5pPr marL="1828852" indent="0" algn="l">
              <a:lnSpc>
                <a:spcPct val="100000"/>
              </a:lnSpc>
              <a:buNone/>
              <a:defRPr sz="1800" baseline="0">
                <a:latin typeface="GT Ultra Lloyds Light" panose="020B0604020202020204" charset="0"/>
              </a:defRPr>
            </a:lvl5pPr>
          </a:lstStyle>
          <a:p>
            <a:pPr lvl="0"/>
            <a:r>
              <a:rPr lang="en-US"/>
              <a:t>Note</a:t>
            </a:r>
          </a:p>
        </p:txBody>
      </p:sp>
      <p:sp>
        <p:nvSpPr>
          <p:cNvPr id="16" name="Text Placeholder 10">
            <a:extLst>
              <a:ext uri="{FF2B5EF4-FFF2-40B4-BE49-F238E27FC236}">
                <a16:creationId xmlns:a16="http://schemas.microsoft.com/office/drawing/2014/main" id="{189CBDD5-71FB-7249-F3BB-65E449FCF5AD}"/>
              </a:ext>
            </a:extLst>
          </p:cNvPr>
          <p:cNvSpPr>
            <a:spLocks noGrp="1"/>
          </p:cNvSpPr>
          <p:nvPr>
            <p:ph type="body" sz="quarter" idx="11" hasCustomPrompt="1"/>
          </p:nvPr>
        </p:nvSpPr>
        <p:spPr>
          <a:xfrm>
            <a:off x="776411" y="2628369"/>
            <a:ext cx="2878137" cy="339568"/>
          </a:xfrm>
          <a:prstGeom prst="rect">
            <a:avLst/>
          </a:prstGeom>
        </p:spPr>
        <p:txBody>
          <a:bodyPr/>
          <a:lstStyle>
            <a:lvl1pPr marL="0" indent="0" algn="l">
              <a:buNone/>
              <a:defRPr sz="1800">
                <a:latin typeface="GT Ultra Lloyds Light" panose="020B0604020202020204" charset="0"/>
              </a:defRPr>
            </a:lvl1pPr>
          </a:lstStyle>
          <a:p>
            <a:pPr lvl="0"/>
            <a:r>
              <a:rPr lang="en-GB"/>
              <a:t>Section 1</a:t>
            </a:r>
          </a:p>
        </p:txBody>
      </p:sp>
      <p:sp>
        <p:nvSpPr>
          <p:cNvPr id="4" name="Slide Number Placeholder 5">
            <a:extLst>
              <a:ext uri="{FF2B5EF4-FFF2-40B4-BE49-F238E27FC236}">
                <a16:creationId xmlns:a16="http://schemas.microsoft.com/office/drawing/2014/main" id="{1B2FF2D9-E3D2-8856-04AF-9FEFE366E08E}"/>
              </a:ext>
            </a:extLst>
          </p:cNvPr>
          <p:cNvSpPr>
            <a:spLocks noGrp="1"/>
          </p:cNvSpPr>
          <p:nvPr>
            <p:ph type="sldNum" sz="quarter" idx="4"/>
          </p:nvPr>
        </p:nvSpPr>
        <p:spPr>
          <a:xfrm>
            <a:off x="10947400" y="6554926"/>
            <a:ext cx="916071" cy="204591"/>
          </a:xfrm>
          <a:prstGeom prst="rect">
            <a:avLst/>
          </a:prstGeom>
        </p:spPr>
        <p:txBody>
          <a:bodyPr vert="horz" lIns="90000" tIns="45720" rIns="0" bIns="45720" rtlCol="0" anchor="ctr"/>
          <a:lstStyle>
            <a:lvl1pPr algn="r">
              <a:lnSpc>
                <a:spcPts val="1440"/>
              </a:lnSpc>
              <a:defRPr lang="en-GB" sz="1200" kern="1200" smtClean="0">
                <a:solidFill>
                  <a:schemeClr val="tx1"/>
                </a:solidFill>
                <a:latin typeface="GT Ultra Lloyds Light" pitchFamily="50" charset="0"/>
                <a:ea typeface="+mn-ea"/>
                <a:cs typeface="+mn-cs"/>
              </a:defRPr>
            </a:lvl1pPr>
          </a:lstStyle>
          <a:p>
            <a:fld id="{C3990253-BAA6-4DC5-B65D-3CE789B62977}" type="slidenum">
              <a:rPr lang="en-GB" smtClean="0"/>
              <a:pPr/>
              <a:t>‹#›</a:t>
            </a:fld>
            <a:endParaRPr lang="en-GB"/>
          </a:p>
        </p:txBody>
      </p:sp>
    </p:spTree>
    <p:extLst>
      <p:ext uri="{BB962C8B-B14F-4D97-AF65-F5344CB8AC3E}">
        <p14:creationId xmlns:p14="http://schemas.microsoft.com/office/powerpoint/2010/main" val="344385400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5_Two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F0A00D5-5E7A-6422-4BFB-E6E228397265}"/>
              </a:ext>
            </a:extLst>
          </p:cNvPr>
          <p:cNvSpPr>
            <a:spLocks noGrp="1"/>
          </p:cNvSpPr>
          <p:nvPr>
            <p:ph type="title"/>
          </p:nvPr>
        </p:nvSpPr>
        <p:spPr>
          <a:xfrm>
            <a:off x="382588" y="403226"/>
            <a:ext cx="5402263"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2264"/>
            <a:ext cx="5402263"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FE9EAA78-BFC8-349D-7E65-398EEBA324A8}"/>
              </a:ext>
            </a:extLst>
          </p:cNvPr>
          <p:cNvSpPr>
            <a:spLocks noGrp="1"/>
          </p:cNvSpPr>
          <p:nvPr>
            <p:ph sz="quarter" idx="15"/>
          </p:nvPr>
        </p:nvSpPr>
        <p:spPr>
          <a:xfrm>
            <a:off x="6167440" y="-1"/>
            <a:ext cx="6024561" cy="6857999"/>
          </a:xfrm>
          <a:solidFill>
            <a:schemeClr val="bg2"/>
          </a:solidFill>
        </p:spPr>
        <p:txBody>
          <a:bodyPr lIns="396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2B9C376A-2D46-0441-F7CB-2D0F864241E6}"/>
              </a:ext>
            </a:extLst>
          </p:cNvPr>
          <p:cNvSpPr>
            <a:spLocks noGrp="1"/>
          </p:cNvSpPr>
          <p:nvPr>
            <p:ph type="body" sz="quarter" idx="14" hasCustomPrompt="1"/>
          </p:nvPr>
        </p:nvSpPr>
        <p:spPr>
          <a:xfrm>
            <a:off x="382587" y="6135468"/>
            <a:ext cx="11410950"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pPr defTabSz="914413"/>
            <a:fld id="{BE48D399-D95F-4349-9110-B99D3B3A4E41}" type="datetime3">
              <a:rPr lang="en-GB" smtClean="0">
                <a:solidFill>
                  <a:prstClr val="black"/>
                </a:solidFill>
              </a:rPr>
              <a:pPr defTabSz="914413"/>
              <a:t>3 August, 2026</a:t>
            </a:fld>
            <a:endParaRPr lang="en-GB">
              <a:solidFill>
                <a:prstClr val="black"/>
              </a:solidFill>
            </a:endParaRPr>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pPr defTabSz="914413"/>
            <a:endParaRPr lang="en-GB">
              <a:solidFill>
                <a:prstClr val="black"/>
              </a:solidFill>
            </a:endParaRP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13"/>
            <a:fld id="{D05BFB15-FC18-4DE5-A1D6-75E08CC6C47C}" type="slidenum">
              <a:rPr lang="en-GB" smtClean="0">
                <a:solidFill>
                  <a:prstClr val="black"/>
                </a:solidFill>
              </a:rPr>
              <a:pPr defTabSz="914413"/>
              <a:t>‹#›</a:t>
            </a:fld>
            <a:endParaRPr lang="en-GB">
              <a:solidFill>
                <a:prstClr val="black"/>
              </a:solidFill>
            </a:endParaRPr>
          </a:p>
        </p:txBody>
      </p:sp>
    </p:spTree>
    <p:extLst>
      <p:ext uri="{BB962C8B-B14F-4D97-AF65-F5344CB8AC3E}">
        <p14:creationId xmlns:p14="http://schemas.microsoft.com/office/powerpoint/2010/main" val="150637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4_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3"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2"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13"/>
            <a:fld id="{D05BFB15-FC18-4DE5-A1D6-75E08CC6C47C}" type="slidenum">
              <a:rPr lang="en-GB" smtClean="0">
                <a:solidFill>
                  <a:prstClr val="black"/>
                </a:solidFill>
              </a:rPr>
              <a:pPr defTabSz="914413"/>
              <a:t>‹#›</a:t>
            </a:fld>
            <a:endParaRPr lang="en-GB">
              <a:solidFill>
                <a:prstClr val="black"/>
              </a:solidFill>
            </a:endParaRPr>
          </a:p>
        </p:txBody>
      </p:sp>
    </p:spTree>
    <p:extLst>
      <p:ext uri="{BB962C8B-B14F-4D97-AF65-F5344CB8AC3E}">
        <p14:creationId xmlns:p14="http://schemas.microsoft.com/office/powerpoint/2010/main" val="192688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4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1"/>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13"/>
            <a:fld id="{D05BFB15-FC18-4DE5-A1D6-75E08CC6C47C}" type="slidenum">
              <a:rPr lang="en-GB" smtClean="0">
                <a:solidFill>
                  <a:prstClr val="black"/>
                </a:solidFill>
              </a:rPr>
              <a:pPr defTabSz="914413"/>
              <a:t>‹#›</a:t>
            </a:fld>
            <a:endParaRPr lang="en-GB">
              <a:solidFill>
                <a:prstClr val="black"/>
              </a:solidFill>
            </a:endParaRPr>
          </a:p>
        </p:txBody>
      </p:sp>
    </p:spTree>
    <p:extLst>
      <p:ext uri="{BB962C8B-B14F-4D97-AF65-F5344CB8AC3E}">
        <p14:creationId xmlns:p14="http://schemas.microsoft.com/office/powerpoint/2010/main" val="3823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8_Three Column Content (Coloured panel)">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46336BA-1D21-0192-CDE3-E2F17C4B3B6C}"/>
              </a:ext>
            </a:extLst>
          </p:cNvPr>
          <p:cNvSpPr>
            <a:spLocks noGrp="1"/>
          </p:cNvSpPr>
          <p:nvPr>
            <p:ph type="title"/>
          </p:nvPr>
        </p:nvSpPr>
        <p:spPr>
          <a:xfrm>
            <a:off x="382588" y="403226"/>
            <a:ext cx="7180856" cy="998855"/>
          </a:xfrm>
        </p:spPr>
        <p:txBody>
          <a:bodyPr/>
          <a:lstStyle/>
          <a:p>
            <a:r>
              <a:rPr lang="en-GB"/>
              <a:t>Click to edit Master title style</a:t>
            </a:r>
          </a:p>
        </p:txBody>
      </p:sp>
      <p:sp>
        <p:nvSpPr>
          <p:cNvPr id="7" name="Content Placeholder 6">
            <a:extLst>
              <a:ext uri="{FF2B5EF4-FFF2-40B4-BE49-F238E27FC236}">
                <a16:creationId xmlns:a16="http://schemas.microsoft.com/office/drawing/2014/main" id="{E3670E4F-9C81-C547-51FF-AC378355495C}"/>
              </a:ext>
            </a:extLst>
          </p:cNvPr>
          <p:cNvSpPr>
            <a:spLocks noGrp="1"/>
          </p:cNvSpPr>
          <p:nvPr>
            <p:ph sz="quarter" idx="13"/>
          </p:nvPr>
        </p:nvSpPr>
        <p:spPr>
          <a:xfrm>
            <a:off x="382588"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Placeholder 6">
            <a:extLst>
              <a:ext uri="{FF2B5EF4-FFF2-40B4-BE49-F238E27FC236}">
                <a16:creationId xmlns:a16="http://schemas.microsoft.com/office/drawing/2014/main" id="{C0E5285F-B36B-905F-3F79-DC537CCC6AD9}"/>
              </a:ext>
            </a:extLst>
          </p:cNvPr>
          <p:cNvSpPr>
            <a:spLocks noGrp="1"/>
          </p:cNvSpPr>
          <p:nvPr>
            <p:ph sz="quarter" idx="14"/>
          </p:nvPr>
        </p:nvSpPr>
        <p:spPr>
          <a:xfrm>
            <a:off x="4164924" y="1593621"/>
            <a:ext cx="3398520" cy="45021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Content Placeholder 6">
            <a:extLst>
              <a:ext uri="{FF2B5EF4-FFF2-40B4-BE49-F238E27FC236}">
                <a16:creationId xmlns:a16="http://schemas.microsoft.com/office/drawing/2014/main" id="{5DA6206D-F760-8FCD-C1FD-995D8637A703}"/>
              </a:ext>
            </a:extLst>
          </p:cNvPr>
          <p:cNvSpPr>
            <a:spLocks noGrp="1"/>
          </p:cNvSpPr>
          <p:nvPr>
            <p:ph sz="quarter" idx="16"/>
          </p:nvPr>
        </p:nvSpPr>
        <p:spPr>
          <a:xfrm>
            <a:off x="7848600" y="1"/>
            <a:ext cx="4343400" cy="6857999"/>
          </a:xfrm>
          <a:solidFill>
            <a:schemeClr val="bg2"/>
          </a:solidFill>
        </p:spPr>
        <p:txBody>
          <a:bodyPr lIns="360000" tIns="1638000" rIns="72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DA922E7F-881D-25A0-AC07-F1F2B6001EE1}"/>
              </a:ext>
            </a:extLst>
          </p:cNvPr>
          <p:cNvSpPr>
            <a:spLocks noGrp="1"/>
          </p:cNvSpPr>
          <p:nvPr>
            <p:ph type="body" sz="quarter" idx="17" hasCustomPrompt="1"/>
          </p:nvPr>
        </p:nvSpPr>
        <p:spPr>
          <a:xfrm>
            <a:off x="382587" y="6135468"/>
            <a:ext cx="11410951" cy="324000"/>
          </a:xfrm>
        </p:spPr>
        <p:txBody>
          <a:bodyPr/>
          <a:lstStyle>
            <a:lvl1pPr>
              <a:spcBef>
                <a:spcPts val="0"/>
              </a:spcBef>
              <a:defRPr sz="800" b="0"/>
            </a:lvl1pPr>
          </a:lstStyle>
          <a:p>
            <a:pPr lvl="0"/>
            <a:r>
              <a:rPr lang="en-US"/>
              <a:t>Insert source text here</a:t>
            </a:r>
          </a:p>
        </p:txBody>
      </p:sp>
      <p:sp>
        <p:nvSpPr>
          <p:cNvPr id="5" name="Date Placeholder 4">
            <a:extLst>
              <a:ext uri="{FF2B5EF4-FFF2-40B4-BE49-F238E27FC236}">
                <a16:creationId xmlns:a16="http://schemas.microsoft.com/office/drawing/2014/main" id="{D58D5872-7942-5EF2-4F7B-D471C38B80D5}"/>
              </a:ext>
            </a:extLst>
          </p:cNvPr>
          <p:cNvSpPr>
            <a:spLocks noGrp="1"/>
          </p:cNvSpPr>
          <p:nvPr>
            <p:ph type="dt" sz="half" idx="12"/>
          </p:nvPr>
        </p:nvSpPr>
        <p:spPr/>
        <p:txBody>
          <a:bodyPr/>
          <a:lstStyle/>
          <a:p>
            <a:fld id="{52720CD9-D609-46C3-8253-87BABBD7015C}" type="datetime3">
              <a:rPr lang="en-GB" smtClean="0"/>
              <a:t>3 August, 2026</a:t>
            </a:fld>
            <a:endParaRPr lang="en-GB"/>
          </a:p>
        </p:txBody>
      </p:sp>
      <p:sp>
        <p:nvSpPr>
          <p:cNvPr id="3" name="Footer Placeholder 2">
            <a:extLst>
              <a:ext uri="{FF2B5EF4-FFF2-40B4-BE49-F238E27FC236}">
                <a16:creationId xmlns:a16="http://schemas.microsoft.com/office/drawing/2014/main" id="{BBD8C3BB-87E9-9842-03DE-4F2052D1180A}"/>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895818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1_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C8431F2-26FF-BA34-F186-7F81A22EDED9}"/>
              </a:ext>
            </a:extLst>
          </p:cNvPr>
          <p:cNvSpPr txBox="1"/>
          <p:nvPr/>
        </p:nvSpPr>
        <p:spPr>
          <a:xfrm>
            <a:off x="2868019" y="1324273"/>
            <a:ext cx="6455935" cy="1598194"/>
          </a:xfrm>
          <a:prstGeom prst="rect">
            <a:avLst/>
          </a:prstGeom>
          <a:noFill/>
        </p:spPr>
        <p:txBody>
          <a:bodyPr wrap="none" lIns="0" tIns="0" rIns="0" bIns="0" rtlCol="0" anchor="b">
            <a:spAutoFit/>
          </a:bodyPr>
          <a:lstStyle/>
          <a:p>
            <a:pPr marL="0" marR="0" indent="0" algn="ctr" defTabSz="914413" rtl="0" eaLnBrk="1" fontAlgn="auto" latinLnBrk="0" hangingPunct="1">
              <a:lnSpc>
                <a:spcPct val="120000"/>
              </a:lnSpc>
              <a:spcBef>
                <a:spcPts val="200"/>
              </a:spcBef>
              <a:spcAft>
                <a:spcPts val="0"/>
              </a:spcAft>
              <a:buClrTx/>
              <a:buSzTx/>
              <a:buFont typeface="Tenorite" panose="020B0604020202020204" pitchFamily="34" charset="0"/>
              <a:buNone/>
              <a:tabLst/>
            </a:pPr>
            <a:r>
              <a:rPr kumimoji="0" lang="en-US" sz="9600" b="1" i="0" u="none" strike="noStrike" kern="0" cap="none" spc="-10" normalizeH="0" baseline="0" noProof="0">
                <a:ln>
                  <a:noFill/>
                </a:ln>
                <a:solidFill>
                  <a:schemeClr val="accent1"/>
                </a:solidFill>
                <a:effectLst/>
                <a:uLnTx/>
                <a:uFillTx/>
                <a:latin typeface="+mj-lt"/>
                <a:ea typeface="+mn-ea"/>
                <a:cs typeface="+mn-cs"/>
              </a:rPr>
              <a:t>WARNING</a:t>
            </a:r>
          </a:p>
        </p:txBody>
      </p:sp>
      <p:sp>
        <p:nvSpPr>
          <p:cNvPr id="7" name="TextBox 6">
            <a:extLst>
              <a:ext uri="{FF2B5EF4-FFF2-40B4-BE49-F238E27FC236}">
                <a16:creationId xmlns:a16="http://schemas.microsoft.com/office/drawing/2014/main" id="{CFF2AB9E-8D3E-6B03-5233-1D8FA4408646}"/>
              </a:ext>
            </a:extLst>
          </p:cNvPr>
          <p:cNvSpPr txBox="1"/>
          <p:nvPr/>
        </p:nvSpPr>
        <p:spPr>
          <a:xfrm>
            <a:off x="2110292" y="2963458"/>
            <a:ext cx="7971413" cy="1477328"/>
          </a:xfrm>
          <a:prstGeom prst="rect">
            <a:avLst/>
          </a:prstGeom>
          <a:noFill/>
        </p:spPr>
        <p:txBody>
          <a:bodyPr wrap="none" lIns="0" tIns="0" rIns="0" bIns="0" rtlCol="0">
            <a:spAutoFit/>
          </a:bodyPr>
          <a:lstStyle/>
          <a:p>
            <a:pPr marL="0" marR="0" indent="0" algn="ctr" defTabSz="914413"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4800" b="1" i="0" u="none" strike="noStrike" kern="0" cap="none" spc="-10" normalizeH="0" baseline="0" noProof="0">
                <a:ln>
                  <a:noFill/>
                </a:ln>
                <a:solidFill>
                  <a:schemeClr val="tx2"/>
                </a:solidFill>
                <a:effectLst/>
                <a:uLnTx/>
                <a:uFillTx/>
                <a:latin typeface="+mn-lt"/>
                <a:ea typeface="+mn-ea"/>
                <a:cs typeface="+mn-cs"/>
              </a:rPr>
              <a:t>Do not use this slide or any </a:t>
            </a:r>
            <a:br>
              <a:rPr kumimoji="0" lang="en-US" sz="4800" b="1" i="0" u="none" strike="noStrike" kern="0" cap="none" spc="-10" normalizeH="0" baseline="0" noProof="0">
                <a:ln>
                  <a:noFill/>
                </a:ln>
                <a:solidFill>
                  <a:schemeClr val="tx2"/>
                </a:solidFill>
                <a:effectLst/>
                <a:uLnTx/>
                <a:uFillTx/>
                <a:latin typeface="+mn-lt"/>
                <a:ea typeface="+mn-ea"/>
                <a:cs typeface="+mn-cs"/>
              </a:rPr>
            </a:br>
            <a:r>
              <a:rPr kumimoji="0" lang="en-US" sz="4800" b="1" i="0" u="none" strike="noStrike" kern="0" cap="none" spc="-10" normalizeH="0" baseline="0" noProof="0">
                <a:ln>
                  <a:noFill/>
                </a:ln>
                <a:solidFill>
                  <a:schemeClr val="tx2"/>
                </a:solidFill>
                <a:effectLst/>
                <a:uLnTx/>
                <a:uFillTx/>
                <a:latin typeface="+mn-lt"/>
                <a:ea typeface="+mn-ea"/>
                <a:cs typeface="+mn-cs"/>
              </a:rPr>
              <a:t>template layouts after it!</a:t>
            </a:r>
          </a:p>
        </p:txBody>
      </p:sp>
      <p:sp>
        <p:nvSpPr>
          <p:cNvPr id="12" name="TextBox 11">
            <a:extLst>
              <a:ext uri="{FF2B5EF4-FFF2-40B4-BE49-F238E27FC236}">
                <a16:creationId xmlns:a16="http://schemas.microsoft.com/office/drawing/2014/main" id="{DFE67DDD-D160-3D9B-2188-D9306CA813DF}"/>
              </a:ext>
            </a:extLst>
          </p:cNvPr>
          <p:cNvSpPr txBox="1"/>
          <p:nvPr/>
        </p:nvSpPr>
        <p:spPr>
          <a:xfrm>
            <a:off x="2515717" y="5172704"/>
            <a:ext cx="7160615" cy="276999"/>
          </a:xfrm>
          <a:prstGeom prst="rect">
            <a:avLst/>
          </a:prstGeom>
          <a:noFill/>
        </p:spPr>
        <p:txBody>
          <a:bodyPr wrap="none" lIns="0" tIns="0" rIns="0" bIns="0" rtlCol="0">
            <a:spAutoFit/>
          </a:bodyPr>
          <a:lstStyle/>
          <a:p>
            <a:pPr marL="0" marR="0" indent="0" algn="ctr" defTabSz="914413" rtl="0" eaLnBrk="1" fontAlgn="auto" latinLnBrk="0" hangingPunct="1">
              <a:lnSpc>
                <a:spcPct val="100000"/>
              </a:lnSpc>
              <a:spcBef>
                <a:spcPts val="200"/>
              </a:spcBef>
              <a:spcAft>
                <a:spcPts val="0"/>
              </a:spcAft>
              <a:buClrTx/>
              <a:buSzTx/>
              <a:buFont typeface="Tenorite" panose="020B0604020202020204" pitchFamily="34" charset="0"/>
              <a:buNone/>
              <a:tabLst/>
            </a:pPr>
            <a:r>
              <a:rPr kumimoji="0" lang="en-US" sz="1800" b="0" i="0" u="none" strike="noStrike" kern="0" cap="none" spc="-10" normalizeH="0" baseline="0" noProof="0">
                <a:ln>
                  <a:noFill/>
                </a:ln>
                <a:solidFill>
                  <a:schemeClr val="tx2"/>
                </a:solidFill>
                <a:effectLst/>
                <a:uLnTx/>
                <a:uFillTx/>
                <a:latin typeface="+mn-lt"/>
                <a:ea typeface="+mn-ea"/>
                <a:cs typeface="+mn-cs"/>
              </a:rPr>
              <a:t>They are not part of the template and have been incorrectly added</a:t>
            </a:r>
          </a:p>
        </p:txBody>
      </p:sp>
      <p:sp>
        <p:nvSpPr>
          <p:cNvPr id="5" name="Date Placeholder 4">
            <a:extLst>
              <a:ext uri="{FF2B5EF4-FFF2-40B4-BE49-F238E27FC236}">
                <a16:creationId xmlns:a16="http://schemas.microsoft.com/office/drawing/2014/main" id="{DDC919F5-C38B-5DD9-F3B3-DF10178ED2EB}"/>
              </a:ext>
            </a:extLst>
          </p:cNvPr>
          <p:cNvSpPr>
            <a:spLocks noGrp="1"/>
          </p:cNvSpPr>
          <p:nvPr>
            <p:ph type="dt" sz="half" idx="12"/>
          </p:nvPr>
        </p:nvSpPr>
        <p:spPr/>
        <p:txBody>
          <a:bodyPr/>
          <a:lstStyle/>
          <a:p>
            <a:fld id="{0CCABAF3-89D5-4C5A-A453-6DF0558B6B73}" type="datetime3">
              <a:rPr lang="en-GB" smtClean="0"/>
              <a:t>3 August, 2026</a:t>
            </a:fld>
            <a:endParaRPr lang="en-GB"/>
          </a:p>
        </p:txBody>
      </p:sp>
      <p:sp>
        <p:nvSpPr>
          <p:cNvPr id="3" name="Footer Placeholder 2">
            <a:extLst>
              <a:ext uri="{FF2B5EF4-FFF2-40B4-BE49-F238E27FC236}">
                <a16:creationId xmlns:a16="http://schemas.microsoft.com/office/drawing/2014/main" id="{5EAE4FB1-9FD0-8D6E-9F73-03791EAB2F90}"/>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8FA9220E-7B8B-1854-EB1D-18C9BBD7EB09}"/>
              </a:ext>
            </a:extLst>
          </p:cNvPr>
          <p:cNvSpPr>
            <a:spLocks noGrp="1"/>
          </p:cNvSpPr>
          <p:nvPr>
            <p:ph type="sldNum" sz="quarter" idx="11"/>
          </p:nvPr>
        </p:nvSpPr>
        <p:spPr/>
        <p:txBody>
          <a:bodyPr/>
          <a:lstStyle/>
          <a:p>
            <a:fld id="{D05BFB15-FC18-4DE5-A1D6-75E08CC6C47C}" type="slidenum">
              <a:rPr lang="en-GB" smtClean="0"/>
              <a:pPr/>
              <a:t>‹#›</a:t>
            </a:fld>
            <a:endParaRPr lang="en-GB"/>
          </a:p>
        </p:txBody>
      </p:sp>
    </p:spTree>
    <p:extLst>
      <p:ext uri="{BB962C8B-B14F-4D97-AF65-F5344CB8AC3E}">
        <p14:creationId xmlns:p14="http://schemas.microsoft.com/office/powerpoint/2010/main" val="247123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Charcoal Split Title Horse">
    <p:bg>
      <p:bgPr>
        <a:solidFill>
          <a:srgbClr val="FAFAFA"/>
        </a:solidFill>
        <a:effectLst/>
      </p:bgPr>
    </p:bg>
    <p:spTree>
      <p:nvGrpSpPr>
        <p:cNvPr id="1" name=""/>
        <p:cNvGrpSpPr/>
        <p:nvPr/>
      </p:nvGrpSpPr>
      <p:grpSpPr>
        <a:xfrm>
          <a:off x="0" y="0"/>
          <a:ext cx="0" cy="0"/>
          <a:chOff x="0" y="0"/>
          <a:chExt cx="0" cy="0"/>
        </a:xfrm>
      </p:grpSpPr>
      <p:sp>
        <p:nvSpPr>
          <p:cNvPr id="2" name="Holder 6">
            <a:extLst>
              <a:ext uri="{FF2B5EF4-FFF2-40B4-BE49-F238E27FC236}">
                <a16:creationId xmlns:a16="http://schemas.microsoft.com/office/drawing/2014/main" id="{0E05240D-96A3-B64F-29CC-6FF70829094A}"/>
              </a:ext>
            </a:extLst>
          </p:cNvPr>
          <p:cNvSpPr>
            <a:spLocks noGrp="1"/>
          </p:cNvSpPr>
          <p:nvPr>
            <p:ph type="sldNum" sz="quarter" idx="4"/>
          </p:nvPr>
        </p:nvSpPr>
        <p:spPr>
          <a:xfrm>
            <a:off x="9053270" y="6432506"/>
            <a:ext cx="2804160" cy="130645"/>
          </a:xfrm>
          <a:prstGeom prst="rect">
            <a:avLst/>
          </a:prstGeom>
        </p:spPr>
        <p:txBody>
          <a:bodyPr wrap="square" lIns="0" tIns="0" rIns="0" bIns="0">
            <a:spAutoFit/>
          </a:bodyPr>
          <a:lstStyle>
            <a:lvl1pPr algn="r">
              <a:defRPr sz="849">
                <a:solidFill>
                  <a:schemeClr val="tx1"/>
                </a:solidFill>
                <a:latin typeface="Poppins" panose="00000500000000000000" pitchFamily="2" charset="0"/>
                <a:cs typeface="Poppins" panose="00000500000000000000" pitchFamily="2" charset="0"/>
              </a:defRPr>
            </a:lvl1pPr>
          </a:lstStyle>
          <a:p>
            <a:fld id="{B6F15528-21DE-4FAA-801E-634DDDAF4B2B}" type="slidenum">
              <a:rPr lang="en-GB" smtClean="0"/>
              <a:pPr/>
              <a:t>‹#›</a:t>
            </a:fld>
            <a:endParaRPr lang="en-GB"/>
          </a:p>
        </p:txBody>
      </p:sp>
      <p:sp>
        <p:nvSpPr>
          <p:cNvPr id="18" name="Rectangle 17">
            <a:extLst>
              <a:ext uri="{FF2B5EF4-FFF2-40B4-BE49-F238E27FC236}">
                <a16:creationId xmlns:a16="http://schemas.microsoft.com/office/drawing/2014/main" id="{4918E029-68B3-C95A-F1A2-380EAF0400C4}"/>
              </a:ext>
            </a:extLst>
          </p:cNvPr>
          <p:cNvSpPr/>
          <p:nvPr userDrawn="1"/>
        </p:nvSpPr>
        <p:spPr>
          <a:xfrm>
            <a:off x="4704228" y="-1"/>
            <a:ext cx="4152183" cy="6858001"/>
          </a:xfrm>
          <a:prstGeom prst="rect">
            <a:avLst/>
          </a:prstGeom>
          <a:gradFill flip="none" rotWithShape="1">
            <a:gsLst>
              <a:gs pos="30812">
                <a:srgbClr val="FAFAFA"/>
              </a:gs>
              <a:gs pos="2000">
                <a:srgbClr val="FAFAFA"/>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4760">
              <a:defRPr/>
            </a:pPr>
            <a:endParaRPr lang="en-GB" sz="728">
              <a:solidFill>
                <a:srgbClr val="FFFFFF"/>
              </a:solidFill>
              <a:latin typeface="Calibri" panose="020F0502020204030204"/>
            </a:endParaRPr>
          </a:p>
        </p:txBody>
      </p:sp>
      <p:sp>
        <p:nvSpPr>
          <p:cNvPr id="11" name="Text Placeholder 10">
            <a:extLst>
              <a:ext uri="{FF2B5EF4-FFF2-40B4-BE49-F238E27FC236}">
                <a16:creationId xmlns:a16="http://schemas.microsoft.com/office/drawing/2014/main" id="{B58BDB7D-FC0B-E231-D95C-E499BBF8D468}"/>
              </a:ext>
            </a:extLst>
          </p:cNvPr>
          <p:cNvSpPr>
            <a:spLocks noGrp="1"/>
          </p:cNvSpPr>
          <p:nvPr>
            <p:ph type="body" sz="quarter" idx="11" hasCustomPrompt="1"/>
          </p:nvPr>
        </p:nvSpPr>
        <p:spPr>
          <a:xfrm>
            <a:off x="578549" y="3731140"/>
            <a:ext cx="4944575" cy="755463"/>
          </a:xfrm>
          <a:prstGeom prst="rect">
            <a:avLst/>
          </a:prstGeom>
        </p:spPr>
        <p:txBody>
          <a:bodyPr vert="horz" wrap="square" lIns="0" tIns="16510" rIns="0" bIns="0" rtlCol="0">
            <a:spAutoFit/>
          </a:bodyPr>
          <a:lstStyle>
            <a:lvl1pPr>
              <a:lnSpc>
                <a:spcPct val="100000"/>
              </a:lnSpc>
              <a:defRPr lang="en-GB" sz="5307" b="1" i="0" spc="0" dirty="0">
                <a:solidFill>
                  <a:schemeClr val="tx1"/>
                </a:solidFill>
                <a:latin typeface="Poppins"/>
                <a:ea typeface="+mj-ea"/>
                <a:cs typeface="Poppins"/>
              </a:defRPr>
            </a:lvl1pPr>
          </a:lstStyle>
          <a:p>
            <a:pPr marL="7702" lvl="0">
              <a:lnSpc>
                <a:spcPts val="5701"/>
              </a:lnSpc>
              <a:spcBef>
                <a:spcPts val="79"/>
              </a:spcBef>
            </a:pPr>
            <a:r>
              <a:rPr lang="en-US"/>
              <a:t>Subtitle</a:t>
            </a:r>
            <a:endParaRPr lang="en-GB"/>
          </a:p>
        </p:txBody>
      </p:sp>
      <p:sp>
        <p:nvSpPr>
          <p:cNvPr id="14" name="Text Placeholder 13">
            <a:extLst>
              <a:ext uri="{FF2B5EF4-FFF2-40B4-BE49-F238E27FC236}">
                <a16:creationId xmlns:a16="http://schemas.microsoft.com/office/drawing/2014/main" id="{4A675AF9-7F95-86C0-797D-7F55F6190FC9}"/>
              </a:ext>
            </a:extLst>
          </p:cNvPr>
          <p:cNvSpPr>
            <a:spLocks noGrp="1"/>
          </p:cNvSpPr>
          <p:nvPr>
            <p:ph type="body" sz="quarter" idx="12" hasCustomPrompt="1"/>
          </p:nvPr>
        </p:nvSpPr>
        <p:spPr>
          <a:xfrm>
            <a:off x="578547" y="4683389"/>
            <a:ext cx="4964882" cy="240579"/>
          </a:xfrm>
          <a:prstGeom prst="rect">
            <a:avLst/>
          </a:prstGeom>
        </p:spPr>
        <p:txBody>
          <a:bodyPr vert="horz" wrap="square" lIns="0" tIns="16510" rIns="0" bIns="0" rtlCol="0">
            <a:spAutoFit/>
          </a:bodyPr>
          <a:lstStyle>
            <a:lvl1pPr>
              <a:defRPr lang="en-US" sz="1455" b="1" smtClean="0">
                <a:solidFill>
                  <a:schemeClr val="tx1"/>
                </a:solidFill>
                <a:latin typeface="Poppins"/>
                <a:cs typeface="Poppins"/>
              </a:defRPr>
            </a:lvl1pPr>
            <a:lvl2pPr>
              <a:defRPr lang="en-US" smtClean="0"/>
            </a:lvl2pPr>
            <a:lvl3pPr>
              <a:defRPr lang="en-US" smtClean="0"/>
            </a:lvl3pPr>
            <a:lvl4pPr>
              <a:defRPr lang="en-US" smtClean="0"/>
            </a:lvl4pPr>
            <a:lvl5pPr>
              <a:defRPr lang="en-GB"/>
            </a:lvl5pPr>
          </a:lstStyle>
          <a:p>
            <a:pPr marL="45442" lvl="0">
              <a:lnSpc>
                <a:spcPct val="100000"/>
              </a:lnSpc>
              <a:spcBef>
                <a:spcPts val="2119"/>
              </a:spcBef>
            </a:pPr>
            <a:r>
              <a:rPr lang="en-US"/>
              <a:t>Lloyds Banking Group</a:t>
            </a:r>
          </a:p>
        </p:txBody>
      </p:sp>
      <p:sp>
        <p:nvSpPr>
          <p:cNvPr id="16" name="Text Placeholder 15">
            <a:extLst>
              <a:ext uri="{FF2B5EF4-FFF2-40B4-BE49-F238E27FC236}">
                <a16:creationId xmlns:a16="http://schemas.microsoft.com/office/drawing/2014/main" id="{9C8D66C9-E49B-CDDA-8D78-308BC56532BD}"/>
              </a:ext>
            </a:extLst>
          </p:cNvPr>
          <p:cNvSpPr>
            <a:spLocks noGrp="1"/>
          </p:cNvSpPr>
          <p:nvPr>
            <p:ph type="body" sz="quarter" idx="13" hasCustomPrompt="1"/>
          </p:nvPr>
        </p:nvSpPr>
        <p:spPr>
          <a:xfrm>
            <a:off x="578547" y="4978349"/>
            <a:ext cx="4964882" cy="203325"/>
          </a:xfrm>
          <a:prstGeom prst="rect">
            <a:avLst/>
          </a:prstGeom>
        </p:spPr>
        <p:txBody>
          <a:bodyPr vert="horz" wrap="square" lIns="0" tIns="16510" rIns="0" bIns="0" rtlCol="0">
            <a:spAutoFit/>
          </a:bodyPr>
          <a:lstStyle>
            <a:lvl1pPr>
              <a:defRPr lang="en-US" sz="1213" dirty="0" smtClean="0">
                <a:solidFill>
                  <a:schemeClr val="tx1"/>
                </a:solidFill>
                <a:latin typeface="Poppins"/>
                <a:cs typeface="Poppins"/>
              </a:defRPr>
            </a:lvl1pPr>
            <a:lvl2pPr>
              <a:defRPr lang="en-US" smtClean="0"/>
            </a:lvl2pPr>
            <a:lvl3pPr>
              <a:defRPr lang="en-US" smtClean="0"/>
            </a:lvl3pPr>
            <a:lvl4pPr>
              <a:defRPr lang="en-US" smtClean="0"/>
            </a:lvl4pPr>
            <a:lvl5pPr>
              <a:defRPr lang="en-GB"/>
            </a:lvl5pPr>
          </a:lstStyle>
          <a:p>
            <a:pPr marL="45442" lvl="0">
              <a:lnSpc>
                <a:spcPct val="100000"/>
              </a:lnSpc>
              <a:spcBef>
                <a:spcPts val="2119"/>
              </a:spcBef>
            </a:pPr>
            <a:r>
              <a:rPr lang="en-US"/>
              <a:t>Insert Date</a:t>
            </a:r>
            <a:endParaRPr lang="en-GB"/>
          </a:p>
        </p:txBody>
      </p:sp>
      <p:sp>
        <p:nvSpPr>
          <p:cNvPr id="9" name="Text Placeholder 8">
            <a:extLst>
              <a:ext uri="{FF2B5EF4-FFF2-40B4-BE49-F238E27FC236}">
                <a16:creationId xmlns:a16="http://schemas.microsoft.com/office/drawing/2014/main" id="{FA3D7EF4-BDB6-C329-76F5-806EF5A0B3AE}"/>
              </a:ext>
            </a:extLst>
          </p:cNvPr>
          <p:cNvSpPr>
            <a:spLocks noGrp="1"/>
          </p:cNvSpPr>
          <p:nvPr>
            <p:ph type="body" sz="quarter" idx="10" hasCustomPrompt="1"/>
          </p:nvPr>
        </p:nvSpPr>
        <p:spPr>
          <a:xfrm>
            <a:off x="578547" y="2198325"/>
            <a:ext cx="4944576" cy="1469758"/>
          </a:xfrm>
          <a:prstGeom prst="rect">
            <a:avLst/>
          </a:prstGeom>
        </p:spPr>
        <p:txBody>
          <a:bodyPr lIns="0"/>
          <a:lstStyle>
            <a:lvl1pPr>
              <a:lnSpc>
                <a:spcPct val="100000"/>
              </a:lnSpc>
              <a:defRPr lang="en-GB" sz="5306" b="1" i="0" spc="0" dirty="0">
                <a:gradFill flip="none" rotWithShape="1">
                  <a:gsLst>
                    <a:gs pos="0">
                      <a:srgbClr val="007C43"/>
                    </a:gs>
                    <a:gs pos="60000">
                      <a:srgbClr val="2D843F"/>
                    </a:gs>
                    <a:gs pos="100000">
                      <a:srgbClr val="598C3B"/>
                    </a:gs>
                  </a:gsLst>
                  <a:lin ang="0" scaled="1"/>
                  <a:tileRect/>
                </a:gradFill>
                <a:latin typeface="Poppins"/>
                <a:ea typeface="+mj-ea"/>
                <a:cs typeface="Poppins"/>
              </a:defRPr>
            </a:lvl1pPr>
          </a:lstStyle>
          <a:p>
            <a:pPr marL="0" lvl="0">
              <a:lnSpc>
                <a:spcPct val="90000"/>
              </a:lnSpc>
            </a:pPr>
            <a:r>
              <a:rPr lang="en-GB"/>
              <a:t>Edit split slide title</a:t>
            </a:r>
          </a:p>
        </p:txBody>
      </p:sp>
    </p:spTree>
    <p:extLst>
      <p:ext uri="{BB962C8B-B14F-4D97-AF65-F5344CB8AC3E}">
        <p14:creationId xmlns:p14="http://schemas.microsoft.com/office/powerpoint/2010/main" val="3763798646"/>
      </p:ext>
    </p:extLst>
  </p:cSld>
  <p:clrMapOvr>
    <a:masterClrMapping/>
  </p:clrMapOvr>
  <p:extLst>
    <p:ext uri="{DCECCB84-F9BA-43D5-87BE-67443E8EF086}">
      <p15:sldGuideLst xmlns:p15="http://schemas.microsoft.com/office/powerpoint/2012/main">
        <p15:guide id="1" orient="horz" pos="3562">
          <p15:clr>
            <a:srgbClr val="FBAE40"/>
          </p15:clr>
        </p15:guide>
        <p15:guide id="2" pos="62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FD52A-DC66-9A41-318D-F8E1652C8794}"/>
              </a:ext>
            </a:extLst>
          </p:cNvPr>
          <p:cNvSpPr>
            <a:spLocks noGrp="1"/>
          </p:cNvSpPr>
          <p:nvPr>
            <p:ph type="title"/>
          </p:nvPr>
        </p:nvSpPr>
        <p:spPr>
          <a:xfrm>
            <a:off x="237600" y="223201"/>
            <a:ext cx="11546173" cy="630944"/>
          </a:xfrm>
        </p:spPr>
        <p:txBody>
          <a:bodyPr>
            <a:noAutofit/>
          </a:bodyPr>
          <a:lstStyle>
            <a:lvl1pPr algn="l">
              <a:lnSpc>
                <a:spcPts val="4000"/>
              </a:lnSpc>
              <a:defRPr sz="4000" b="1" i="0">
                <a:latin typeface="GT Ultra Median Lloyds Black" pitchFamily="2" charset="77"/>
              </a:defRPr>
            </a:lvl1pPr>
          </a:lstStyle>
          <a:p>
            <a:r>
              <a:rPr lang="en-US"/>
              <a:t>Click to edit Master title style</a:t>
            </a:r>
            <a:endParaRPr lang="en-GB"/>
          </a:p>
        </p:txBody>
      </p:sp>
      <p:sp>
        <p:nvSpPr>
          <p:cNvPr id="8" name="Slide Number Placeholder 5">
            <a:extLst>
              <a:ext uri="{FF2B5EF4-FFF2-40B4-BE49-F238E27FC236}">
                <a16:creationId xmlns:a16="http://schemas.microsoft.com/office/drawing/2014/main" id="{5FC8A992-48AA-A4C4-4CB9-083B21636A04}"/>
              </a:ext>
            </a:extLst>
          </p:cNvPr>
          <p:cNvSpPr>
            <a:spLocks noGrp="1"/>
          </p:cNvSpPr>
          <p:nvPr>
            <p:ph type="sldNum" sz="quarter" idx="4"/>
          </p:nvPr>
        </p:nvSpPr>
        <p:spPr>
          <a:xfrm>
            <a:off x="10947400" y="6554926"/>
            <a:ext cx="916071" cy="204591"/>
          </a:xfrm>
          <a:prstGeom prst="rect">
            <a:avLst/>
          </a:prstGeom>
        </p:spPr>
        <p:txBody>
          <a:bodyPr vert="horz" lIns="90000" tIns="45720" rIns="0" bIns="45720" rtlCol="0" anchor="ctr"/>
          <a:lstStyle>
            <a:lvl1pPr algn="r">
              <a:lnSpc>
                <a:spcPts val="1440"/>
              </a:lnSpc>
              <a:defRPr lang="en-GB" sz="1200" kern="1200" smtClean="0">
                <a:solidFill>
                  <a:schemeClr val="tx1"/>
                </a:solidFill>
                <a:latin typeface="GT Ultra Lloyds Light" pitchFamily="50" charset="0"/>
                <a:ea typeface="+mn-ea"/>
                <a:cs typeface="+mn-cs"/>
              </a:defRPr>
            </a:lvl1pPr>
          </a:lstStyle>
          <a:p>
            <a:fld id="{C3990253-BAA6-4DC5-B65D-3CE789B62977}" type="slidenum">
              <a:rPr lang="en-GB" smtClean="0"/>
              <a:pPr/>
              <a:t>‹#›</a:t>
            </a:fld>
            <a:endParaRPr lang="en-GB"/>
          </a:p>
        </p:txBody>
      </p:sp>
    </p:spTree>
    <p:extLst>
      <p:ext uri="{BB962C8B-B14F-4D97-AF65-F5344CB8AC3E}">
        <p14:creationId xmlns:p14="http://schemas.microsoft.com/office/powerpoint/2010/main" val="18553108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2639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1_Title Slide (Pattern 03)">
    <p:bg>
      <p:bgPr>
        <a:solidFill>
          <a:srgbClr val="6CF479"/>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7BDDD1ED-9124-A2B3-74FC-7046C1AF761A}"/>
              </a:ext>
              <a:ext uri="{C183D7F6-B498-43B3-948B-1728B52AA6E4}">
                <adec:decorative xmlns:adec="http://schemas.microsoft.com/office/drawing/2017/decorative" val="1"/>
              </a:ext>
            </a:extLst>
          </p:cNvPr>
          <p:cNvSpPr/>
          <p:nvPr/>
        </p:nvSpPr>
        <p:spPr>
          <a:xfrm>
            <a:off x="963651" y="-36558"/>
            <a:ext cx="11228351" cy="6894558"/>
          </a:xfrm>
          <a:custGeom>
            <a:avLst/>
            <a:gdLst>
              <a:gd name="connsiteX0" fmla="*/ 8034388 w 11228351"/>
              <a:gd name="connsiteY0" fmla="*/ 0 h 6894558"/>
              <a:gd name="connsiteX1" fmla="*/ 11228351 w 11228351"/>
              <a:gd name="connsiteY1" fmla="*/ 0 h 6894558"/>
              <a:gd name="connsiteX2" fmla="*/ 11228351 w 11228351"/>
              <a:gd name="connsiteY2" fmla="*/ 6425603 h 6894558"/>
              <a:gd name="connsiteX3" fmla="*/ 11098933 w 11228351"/>
              <a:gd name="connsiteY3" fmla="*/ 6354780 h 6894558"/>
              <a:gd name="connsiteX4" fmla="*/ 11021575 w 11228351"/>
              <a:gd name="connsiteY4" fmla="*/ 3744794 h 6894558"/>
              <a:gd name="connsiteX5" fmla="*/ 11018307 w 11228351"/>
              <a:gd name="connsiteY5" fmla="*/ 3728402 h 6894558"/>
              <a:gd name="connsiteX6" fmla="*/ 6602573 w 11228351"/>
              <a:gd name="connsiteY6" fmla="*/ 6825115 h 6894558"/>
              <a:gd name="connsiteX7" fmla="*/ 6508516 w 11228351"/>
              <a:gd name="connsiteY7" fmla="*/ 6894558 h 6894558"/>
              <a:gd name="connsiteX8" fmla="*/ 1006167 w 11228351"/>
              <a:gd name="connsiteY8" fmla="*/ 6894558 h 6894558"/>
              <a:gd name="connsiteX9" fmla="*/ 901271 w 11228351"/>
              <a:gd name="connsiteY9" fmla="*/ 6787069 h 6894558"/>
              <a:gd name="connsiteX10" fmla="*/ 95699 w 11228351"/>
              <a:gd name="connsiteY10" fmla="*/ 5146542 h 6894558"/>
              <a:gd name="connsiteX11" fmla="*/ 1498729 w 11228351"/>
              <a:gd name="connsiteY11" fmla="*/ 976851 h 6894558"/>
              <a:gd name="connsiteX12" fmla="*/ 3805762 w 11228351"/>
              <a:gd name="connsiteY12" fmla="*/ 3529784 h 6894558"/>
              <a:gd name="connsiteX13" fmla="*/ 7630837 w 11228351"/>
              <a:gd name="connsiteY13" fmla="*/ 420523 h 689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28351" h="6894558">
                <a:moveTo>
                  <a:pt x="8034388" y="0"/>
                </a:moveTo>
                <a:lnTo>
                  <a:pt x="11228351" y="0"/>
                </a:lnTo>
                <a:lnTo>
                  <a:pt x="11228351" y="6425603"/>
                </a:lnTo>
                <a:lnTo>
                  <a:pt x="11098933" y="6354780"/>
                </a:lnTo>
                <a:cubicBezTo>
                  <a:pt x="10373922" y="5888274"/>
                  <a:pt x="10124041" y="4651874"/>
                  <a:pt x="11021575" y="3744794"/>
                </a:cubicBezTo>
                <a:lnTo>
                  <a:pt x="11018307" y="3728402"/>
                </a:lnTo>
                <a:cubicBezTo>
                  <a:pt x="9220389" y="4087257"/>
                  <a:pt x="8058942" y="5682374"/>
                  <a:pt x="6602573" y="6825115"/>
                </a:cubicBezTo>
                <a:lnTo>
                  <a:pt x="6508516" y="6894558"/>
                </a:lnTo>
                <a:lnTo>
                  <a:pt x="1006167" y="6894558"/>
                </a:lnTo>
                <a:lnTo>
                  <a:pt x="901271" y="6787069"/>
                </a:lnTo>
                <a:cubicBezTo>
                  <a:pt x="512315" y="6346131"/>
                  <a:pt x="225053" y="5794660"/>
                  <a:pt x="95699" y="5146542"/>
                </a:cubicBezTo>
                <a:cubicBezTo>
                  <a:pt x="-212195" y="3603975"/>
                  <a:pt x="214365" y="2012137"/>
                  <a:pt x="1498729" y="976851"/>
                </a:cubicBezTo>
                <a:cubicBezTo>
                  <a:pt x="1399590" y="2746763"/>
                  <a:pt x="2311043" y="3828139"/>
                  <a:pt x="3805762" y="3529784"/>
                </a:cubicBezTo>
                <a:cubicBezTo>
                  <a:pt x="5159410" y="3262055"/>
                  <a:pt x="6276177" y="1865334"/>
                  <a:pt x="7630837" y="420523"/>
                </a:cubicBezTo>
                <a:close/>
              </a:path>
            </a:pathLst>
          </a:custGeom>
          <a:solidFill>
            <a:srgbClr val="C7FFC6"/>
          </a:solidFill>
          <a:ln w="0" cap="flat">
            <a:noFill/>
            <a:prstDash val="solid"/>
            <a:miter/>
          </a:ln>
        </p:spPr>
        <p:txBody>
          <a:bodyPr rtlCol="0" anchor="ctr"/>
          <a:lstStyle/>
          <a:p>
            <a:endParaRPr lang="en-GB" sz="1092"/>
          </a:p>
        </p:txBody>
      </p:sp>
      <p:pic>
        <p:nvPicPr>
          <p:cNvPr id="11" name="Graphic 10" descr="Lloyds Banking Group logo">
            <a:extLst>
              <a:ext uri="{FF2B5EF4-FFF2-40B4-BE49-F238E27FC236}">
                <a16:creationId xmlns:a16="http://schemas.microsoft.com/office/drawing/2014/main" id="{BC59FA72-3D26-B248-B25A-E3C6015AC2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3393" y="534749"/>
            <a:ext cx="1320657" cy="1113182"/>
          </a:xfrm>
          <a:prstGeom prst="rect">
            <a:avLst/>
          </a:prstGeom>
        </p:spPr>
      </p:pic>
      <p:sp>
        <p:nvSpPr>
          <p:cNvPr id="7" name="Title 14">
            <a:extLst>
              <a:ext uri="{FF2B5EF4-FFF2-40B4-BE49-F238E27FC236}">
                <a16:creationId xmlns:a16="http://schemas.microsoft.com/office/drawing/2014/main" id="{8E2F67DA-E733-557E-44F1-2359946A7B9B}"/>
              </a:ext>
            </a:extLst>
          </p:cNvPr>
          <p:cNvSpPr>
            <a:spLocks noGrp="1"/>
          </p:cNvSpPr>
          <p:nvPr>
            <p:ph type="title"/>
          </p:nvPr>
        </p:nvSpPr>
        <p:spPr>
          <a:xfrm>
            <a:off x="838200" y="2231644"/>
            <a:ext cx="10515600" cy="2116836"/>
          </a:xfrm>
          <a:prstGeom prst="rect">
            <a:avLst/>
          </a:prstGeom>
        </p:spPr>
        <p:txBody>
          <a:bodyPr vert="horz" anchor="ctr"/>
          <a:lstStyle>
            <a:lvl1pPr algn="ctr">
              <a:lnSpc>
                <a:spcPct val="85000"/>
              </a:lnSpc>
              <a:defRPr sz="5400" spc="-20" baseline="0">
                <a:solidFill>
                  <a:schemeClr val="tx1"/>
                </a:solidFill>
                <a:latin typeface="GT Ultra Median Lloyds Black" panose="020B0604020202020204" charset="0"/>
              </a:defRPr>
            </a:lvl1pPr>
          </a:lstStyle>
          <a:p>
            <a:r>
              <a:rPr lang="en-GB"/>
              <a:t>Click to edit Master title style</a:t>
            </a:r>
          </a:p>
        </p:txBody>
      </p:sp>
      <p:sp>
        <p:nvSpPr>
          <p:cNvPr id="6" name="Text Placeholder 3">
            <a:extLst>
              <a:ext uri="{FF2B5EF4-FFF2-40B4-BE49-F238E27FC236}">
                <a16:creationId xmlns:a16="http://schemas.microsoft.com/office/drawing/2014/main" id="{C0C6E8F0-187D-2057-9F66-E0EFC516F74C}"/>
              </a:ext>
            </a:extLst>
          </p:cNvPr>
          <p:cNvSpPr>
            <a:spLocks noGrp="1"/>
          </p:cNvSpPr>
          <p:nvPr>
            <p:ph type="body" sz="quarter" idx="13"/>
          </p:nvPr>
        </p:nvSpPr>
        <p:spPr>
          <a:xfrm>
            <a:off x="838200" y="4484860"/>
            <a:ext cx="10515600" cy="666260"/>
          </a:xfrm>
        </p:spPr>
        <p:txBody>
          <a:bodyPr anchor="t"/>
          <a:lstStyle>
            <a:lvl1pPr algn="ctr">
              <a:lnSpc>
                <a:spcPct val="100000"/>
              </a:lnSpc>
              <a:defRPr b="0">
                <a:solidFill>
                  <a:schemeClr val="tx1"/>
                </a:solidFill>
              </a:defRPr>
            </a:lvl1pPr>
          </a:lstStyle>
          <a:p>
            <a:pPr lvl="0"/>
            <a:r>
              <a:rPr lang="en-GB"/>
              <a:t>Click to edit Master text styles</a:t>
            </a:r>
          </a:p>
        </p:txBody>
      </p:sp>
      <p:sp>
        <p:nvSpPr>
          <p:cNvPr id="15" name="Date Placeholder 4">
            <a:extLst>
              <a:ext uri="{FF2B5EF4-FFF2-40B4-BE49-F238E27FC236}">
                <a16:creationId xmlns:a16="http://schemas.microsoft.com/office/drawing/2014/main" id="{9F1047D0-38CD-446B-C9A9-A58FE37ADD5D}"/>
              </a:ext>
            </a:extLst>
          </p:cNvPr>
          <p:cNvSpPr>
            <a:spLocks noGrp="1"/>
          </p:cNvSpPr>
          <p:nvPr>
            <p:ph type="dt" sz="half" idx="12"/>
          </p:nvPr>
        </p:nvSpPr>
        <p:spPr>
          <a:xfrm>
            <a:off x="382588" y="6552055"/>
            <a:ext cx="2743200" cy="152470"/>
          </a:xfrm>
        </p:spPr>
        <p:txBody>
          <a:bodyPr/>
          <a:lstStyle>
            <a:lvl1pPr>
              <a:defRPr>
                <a:solidFill>
                  <a:schemeClr val="tx1"/>
                </a:solidFill>
              </a:defRPr>
            </a:lvl1pPr>
          </a:lstStyle>
          <a:p>
            <a:fld id="{9419FA08-C6C0-4D25-A3B7-D98F01D85F75}" type="datetime3">
              <a:rPr lang="en-GB" smtClean="0"/>
              <a:t>3 August, 2026</a:t>
            </a:fld>
            <a:endParaRPr lang="en-GB"/>
          </a:p>
        </p:txBody>
      </p:sp>
      <p:sp>
        <p:nvSpPr>
          <p:cNvPr id="3" name="Footer Placeholder 2">
            <a:extLst>
              <a:ext uri="{FF2B5EF4-FFF2-40B4-BE49-F238E27FC236}">
                <a16:creationId xmlns:a16="http://schemas.microsoft.com/office/drawing/2014/main" id="{8B4D1771-8566-11A4-2FC1-EE2CA74E7FEB}"/>
              </a:ext>
            </a:extLst>
          </p:cNvPr>
          <p:cNvSpPr>
            <a:spLocks noGrp="1"/>
          </p:cNvSpPr>
          <p:nvPr>
            <p:ph type="ftr" sz="quarter" idx="10"/>
          </p:nvPr>
        </p:nvSpPr>
        <p:spPr/>
        <p:txBody>
          <a:bodyPr/>
          <a:lstStyle>
            <a:lvl1pPr>
              <a:defRPr>
                <a:solidFill>
                  <a:schemeClr val="tx1"/>
                </a:solidFill>
              </a:defRPr>
            </a:lvl1pPr>
          </a:lstStyle>
          <a:p>
            <a:endParaRPr lang="en-GB"/>
          </a:p>
        </p:txBody>
      </p:sp>
      <p:sp>
        <p:nvSpPr>
          <p:cNvPr id="4" name="Slide Number Placeholder 3">
            <a:extLst>
              <a:ext uri="{FF2B5EF4-FFF2-40B4-BE49-F238E27FC236}">
                <a16:creationId xmlns:a16="http://schemas.microsoft.com/office/drawing/2014/main" id="{E02146D9-02BD-E55C-2E2B-009AC72B947E}"/>
              </a:ext>
            </a:extLst>
          </p:cNvPr>
          <p:cNvSpPr>
            <a:spLocks noGrp="1"/>
          </p:cNvSpPr>
          <p:nvPr>
            <p:ph type="sldNum" sz="quarter" idx="11"/>
          </p:nvPr>
        </p:nvSpPr>
        <p:spPr/>
        <p:txBody>
          <a:bodyPr/>
          <a:lstStyle>
            <a:lvl1pPr>
              <a:defRPr>
                <a:solidFill>
                  <a:schemeClr val="tx1"/>
                </a:solidFill>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184453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8_Four Box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CC97-FFCF-E456-5986-81098A8214CE}"/>
              </a:ext>
            </a:extLst>
          </p:cNvPr>
          <p:cNvSpPr>
            <a:spLocks noGrp="1"/>
          </p:cNvSpPr>
          <p:nvPr>
            <p:ph type="title"/>
          </p:nvPr>
        </p:nvSpPr>
        <p:spPr/>
        <p:txBody>
          <a:bodyPr/>
          <a:lstStyle/>
          <a:p>
            <a:r>
              <a:rPr lang="en-GB"/>
              <a:t>Click to edit Master title style</a:t>
            </a:r>
          </a:p>
        </p:txBody>
      </p:sp>
      <p:sp>
        <p:nvSpPr>
          <p:cNvPr id="12" name="Content Placeholder 11">
            <a:extLst>
              <a:ext uri="{FF2B5EF4-FFF2-40B4-BE49-F238E27FC236}">
                <a16:creationId xmlns:a16="http://schemas.microsoft.com/office/drawing/2014/main" id="{5E81FF7F-0A2B-1486-6D45-81033AF41F50}"/>
              </a:ext>
            </a:extLst>
          </p:cNvPr>
          <p:cNvSpPr>
            <a:spLocks noGrp="1"/>
          </p:cNvSpPr>
          <p:nvPr>
            <p:ph sz="quarter" idx="20"/>
          </p:nvPr>
        </p:nvSpPr>
        <p:spPr>
          <a:xfrm>
            <a:off x="382596"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C7FFC6"/>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Content Placeholder 12">
            <a:extLst>
              <a:ext uri="{FF2B5EF4-FFF2-40B4-BE49-F238E27FC236}">
                <a16:creationId xmlns:a16="http://schemas.microsoft.com/office/drawing/2014/main" id="{DF053258-B8E6-7EE5-8FAC-41F30E0CC719}"/>
              </a:ext>
            </a:extLst>
          </p:cNvPr>
          <p:cNvSpPr>
            <a:spLocks noGrp="1"/>
          </p:cNvSpPr>
          <p:nvPr>
            <p:ph sz="quarter" idx="21"/>
          </p:nvPr>
        </p:nvSpPr>
        <p:spPr>
          <a:xfrm>
            <a:off x="3271845"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11B67A"/>
          </a:solidFill>
        </p:spPr>
        <p:txBody>
          <a:bodyPr wrap="square" lIns="216000" tIns="180000" rIns="25200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Content Placeholder 13">
            <a:extLst>
              <a:ext uri="{FF2B5EF4-FFF2-40B4-BE49-F238E27FC236}">
                <a16:creationId xmlns:a16="http://schemas.microsoft.com/office/drawing/2014/main" id="{D65B09D0-D124-DE35-C307-BD4E2913CDC3}"/>
              </a:ext>
            </a:extLst>
          </p:cNvPr>
          <p:cNvSpPr>
            <a:spLocks noGrp="1"/>
          </p:cNvSpPr>
          <p:nvPr>
            <p:ph sz="quarter" idx="22"/>
          </p:nvPr>
        </p:nvSpPr>
        <p:spPr>
          <a:xfrm>
            <a:off x="616109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rgbClr val="006A4D"/>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Content Placeholder 14">
            <a:extLst>
              <a:ext uri="{FF2B5EF4-FFF2-40B4-BE49-F238E27FC236}">
                <a16:creationId xmlns:a16="http://schemas.microsoft.com/office/drawing/2014/main" id="{223AF841-A153-030C-9436-530B142257A9}"/>
              </a:ext>
            </a:extLst>
          </p:cNvPr>
          <p:cNvSpPr>
            <a:spLocks noGrp="1"/>
          </p:cNvSpPr>
          <p:nvPr>
            <p:ph sz="quarter" idx="23"/>
          </p:nvPr>
        </p:nvSpPr>
        <p:spPr>
          <a:xfrm>
            <a:off x="9050344" y="1592264"/>
            <a:ext cx="2743197" cy="4502150"/>
          </a:xfrm>
          <a:custGeom>
            <a:avLst/>
            <a:gdLst>
              <a:gd name="connsiteX0" fmla="*/ 114309 w 2743197"/>
              <a:gd name="connsiteY0" fmla="*/ 0 h 4502150"/>
              <a:gd name="connsiteX1" fmla="*/ 2628888 w 2743197"/>
              <a:gd name="connsiteY1" fmla="*/ 0 h 4502150"/>
              <a:gd name="connsiteX2" fmla="*/ 2743197 w 2743197"/>
              <a:gd name="connsiteY2" fmla="*/ 114309 h 4502150"/>
              <a:gd name="connsiteX3" fmla="*/ 2743197 w 2743197"/>
              <a:gd name="connsiteY3" fmla="*/ 4387841 h 4502150"/>
              <a:gd name="connsiteX4" fmla="*/ 2628888 w 2743197"/>
              <a:gd name="connsiteY4" fmla="*/ 4502150 h 4502150"/>
              <a:gd name="connsiteX5" fmla="*/ 114309 w 2743197"/>
              <a:gd name="connsiteY5" fmla="*/ 4502150 h 4502150"/>
              <a:gd name="connsiteX6" fmla="*/ 0 w 2743197"/>
              <a:gd name="connsiteY6" fmla="*/ 4387841 h 4502150"/>
              <a:gd name="connsiteX7" fmla="*/ 0 w 2743197"/>
              <a:gd name="connsiteY7" fmla="*/ 114309 h 4502150"/>
              <a:gd name="connsiteX8" fmla="*/ 114309 w 2743197"/>
              <a:gd name="connsiteY8" fmla="*/ 0 h 450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3197" h="4502150">
                <a:moveTo>
                  <a:pt x="114309" y="0"/>
                </a:moveTo>
                <a:lnTo>
                  <a:pt x="2628888" y="0"/>
                </a:lnTo>
                <a:cubicBezTo>
                  <a:pt x="2692019" y="0"/>
                  <a:pt x="2743197" y="51178"/>
                  <a:pt x="2743197" y="114309"/>
                </a:cubicBezTo>
                <a:lnTo>
                  <a:pt x="2743197" y="4387841"/>
                </a:lnTo>
                <a:cubicBezTo>
                  <a:pt x="2743197" y="4450972"/>
                  <a:pt x="2692019" y="4502150"/>
                  <a:pt x="2628888" y="4502150"/>
                </a:cubicBezTo>
                <a:lnTo>
                  <a:pt x="114309" y="4502150"/>
                </a:lnTo>
                <a:cubicBezTo>
                  <a:pt x="51178" y="4502150"/>
                  <a:pt x="0" y="4450972"/>
                  <a:pt x="0" y="4387841"/>
                </a:cubicBezTo>
                <a:lnTo>
                  <a:pt x="0" y="114309"/>
                </a:lnTo>
                <a:cubicBezTo>
                  <a:pt x="0" y="51178"/>
                  <a:pt x="51178" y="0"/>
                  <a:pt x="114309" y="0"/>
                </a:cubicBezTo>
                <a:close/>
              </a:path>
            </a:pathLst>
          </a:custGeom>
          <a:solidFill>
            <a:schemeClr val="tx2"/>
          </a:solidFill>
        </p:spPr>
        <p:txBody>
          <a:bodyPr wrap="square" lIns="216000" tIns="180000" rIns="25200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lide Number Placeholder 3">
            <a:extLst>
              <a:ext uri="{FF2B5EF4-FFF2-40B4-BE49-F238E27FC236}">
                <a16:creationId xmlns:a16="http://schemas.microsoft.com/office/drawing/2014/main" id="{50F3E3BD-B9E5-FE5A-F0B2-34BEB0206E79}"/>
              </a:ext>
            </a:extLst>
          </p:cNvPr>
          <p:cNvSpPr>
            <a:spLocks noGrp="1"/>
          </p:cNvSpPr>
          <p:nvPr>
            <p:ph type="sldNum" sz="quarter" idx="11"/>
          </p:nvPr>
        </p:nvSpPr>
        <p:spPr/>
        <p:txBody>
          <a:bodyPr/>
          <a:lstStyle/>
          <a:p>
            <a:pPr defTabSz="914439"/>
            <a:fld id="{D05BFB15-FC18-4DE5-A1D6-75E08CC6C47C}" type="slidenum">
              <a:rPr lang="en-GB" smtClean="0">
                <a:solidFill>
                  <a:prstClr val="black"/>
                </a:solidFill>
              </a:rPr>
              <a:pPr defTabSz="914439"/>
              <a:t>‹#›</a:t>
            </a:fld>
            <a:endParaRPr lang="en-GB">
              <a:solidFill>
                <a:prstClr val="black"/>
              </a:solidFill>
            </a:endParaRPr>
          </a:p>
        </p:txBody>
      </p:sp>
    </p:spTree>
    <p:extLst>
      <p:ext uri="{BB962C8B-B14F-4D97-AF65-F5344CB8AC3E}">
        <p14:creationId xmlns:p14="http://schemas.microsoft.com/office/powerpoint/2010/main" val="557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36704-0DB3-17E9-E8C2-335D40535F9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5F9CA49-1975-584D-7992-C7144910739E}"/>
              </a:ext>
            </a:extLst>
          </p:cNvPr>
          <p:cNvSpPr>
            <a:spLocks noGrp="1"/>
          </p:cNvSpPr>
          <p:nvPr>
            <p:ph type="subTitle" idx="1"/>
          </p:nvPr>
        </p:nvSpPr>
        <p:spPr>
          <a:xfrm>
            <a:off x="1524000" y="3602038"/>
            <a:ext cx="9144000" cy="1655762"/>
          </a:xfrm>
        </p:spPr>
        <p:txBody>
          <a:bodyPr/>
          <a:lstStyle>
            <a:lvl1pPr marL="0" indent="0" algn="ctr">
              <a:buNone/>
              <a:defRPr sz="2400"/>
            </a:lvl1pPr>
            <a:lvl2pPr marL="457207" indent="0" algn="ctr">
              <a:buNone/>
              <a:defRPr sz="2000"/>
            </a:lvl2pPr>
            <a:lvl3pPr marL="914413" indent="0" algn="ctr">
              <a:buNone/>
              <a:defRPr sz="1800"/>
            </a:lvl3pPr>
            <a:lvl4pPr marL="1371620" indent="0" algn="ctr">
              <a:buNone/>
              <a:defRPr sz="1600"/>
            </a:lvl4pPr>
            <a:lvl5pPr marL="1828826" indent="0" algn="ctr">
              <a:buNone/>
              <a:defRPr sz="1600"/>
            </a:lvl5pPr>
            <a:lvl6pPr marL="2286033" indent="0" algn="ctr">
              <a:buNone/>
              <a:defRPr sz="1600"/>
            </a:lvl6pPr>
            <a:lvl7pPr marL="2743239" indent="0" algn="ctr">
              <a:buNone/>
              <a:defRPr sz="1600"/>
            </a:lvl7pPr>
            <a:lvl8pPr marL="3200446" indent="0" algn="ctr">
              <a:buNone/>
              <a:defRPr sz="1600"/>
            </a:lvl8pPr>
            <a:lvl9pPr marL="3657652"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3BB020F3-5470-8DCF-5D1A-0A013ABD394B}"/>
              </a:ext>
            </a:extLst>
          </p:cNvPr>
          <p:cNvSpPr>
            <a:spLocks noGrp="1"/>
          </p:cNvSpPr>
          <p:nvPr>
            <p:ph type="dt" sz="half" idx="10"/>
          </p:nvPr>
        </p:nvSpPr>
        <p:spPr/>
        <p:txBody>
          <a:bodyPr/>
          <a:lstStyle/>
          <a:p>
            <a:fld id="{88695ECB-B879-407D-88FC-F823180FE09E}" type="datetimeFigureOut">
              <a:rPr lang="en-GB" smtClean="0"/>
              <a:t>03/08/2026</a:t>
            </a:fld>
            <a:endParaRPr lang="en-GB"/>
          </a:p>
        </p:txBody>
      </p:sp>
      <p:sp>
        <p:nvSpPr>
          <p:cNvPr id="5" name="Footer Placeholder 4">
            <a:extLst>
              <a:ext uri="{FF2B5EF4-FFF2-40B4-BE49-F238E27FC236}">
                <a16:creationId xmlns:a16="http://schemas.microsoft.com/office/drawing/2014/main" id="{887F6AD6-E497-5E40-345E-B5CF9E9E84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74F1D3-C89E-D5AC-D71F-0CF20C666F3B}"/>
              </a:ext>
            </a:extLst>
          </p:cNvPr>
          <p:cNvSpPr>
            <a:spLocks noGrp="1"/>
          </p:cNvSpPr>
          <p:nvPr>
            <p:ph type="sldNum" sz="quarter" idx="12"/>
          </p:nvPr>
        </p:nvSpPr>
        <p:spPr/>
        <p:txBody>
          <a:bodyPr/>
          <a:lstStyle/>
          <a:p>
            <a:fld id="{DEB2F1D1-9BEC-416B-B5D2-4B95C899C409}" type="slidenum">
              <a:rPr lang="en-GB" smtClean="0"/>
              <a:t>‹#›</a:t>
            </a:fld>
            <a:endParaRPr lang="en-GB"/>
          </a:p>
        </p:txBody>
      </p:sp>
    </p:spTree>
    <p:extLst>
      <p:ext uri="{BB962C8B-B14F-4D97-AF65-F5344CB8AC3E}">
        <p14:creationId xmlns:p14="http://schemas.microsoft.com/office/powerpoint/2010/main" val="8982702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9" Type="http://schemas.openxmlformats.org/officeDocument/2006/relationships/slideLayout" Target="../slideLayouts/slideLayout73.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42" Type="http://schemas.openxmlformats.org/officeDocument/2006/relationships/slideLayout" Target="../slideLayouts/slideLayout76.xml"/><Relationship Id="rId47" Type="http://schemas.openxmlformats.org/officeDocument/2006/relationships/slideLayout" Target="../slideLayouts/slideLayout81.xml"/><Relationship Id="rId50" Type="http://schemas.openxmlformats.org/officeDocument/2006/relationships/slideLayout" Target="../slideLayouts/slideLayout84.xml"/><Relationship Id="rId7" Type="http://schemas.openxmlformats.org/officeDocument/2006/relationships/slideLayout" Target="../slideLayouts/slideLayout4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9" Type="http://schemas.openxmlformats.org/officeDocument/2006/relationships/slideLayout" Target="../slideLayouts/slideLayout63.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slideLayout" Target="../slideLayouts/slideLayout71.xml"/><Relationship Id="rId40" Type="http://schemas.openxmlformats.org/officeDocument/2006/relationships/slideLayout" Target="../slideLayouts/slideLayout74.xml"/><Relationship Id="rId45" Type="http://schemas.openxmlformats.org/officeDocument/2006/relationships/slideLayout" Target="../slideLayouts/slideLayout79.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slideLayout" Target="../slideLayouts/slideLayout70.xml"/><Relationship Id="rId49" Type="http://schemas.openxmlformats.org/officeDocument/2006/relationships/slideLayout" Target="../slideLayouts/slideLayout83.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4" Type="http://schemas.openxmlformats.org/officeDocument/2006/relationships/slideLayout" Target="../slideLayouts/slideLayout78.xml"/><Relationship Id="rId52" Type="http://schemas.openxmlformats.org/officeDocument/2006/relationships/theme" Target="../theme/theme2.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43" Type="http://schemas.openxmlformats.org/officeDocument/2006/relationships/slideLayout" Target="../slideLayouts/slideLayout77.xml"/><Relationship Id="rId48" Type="http://schemas.openxmlformats.org/officeDocument/2006/relationships/slideLayout" Target="../slideLayouts/slideLayout82.xml"/><Relationship Id="rId8" Type="http://schemas.openxmlformats.org/officeDocument/2006/relationships/slideLayout" Target="../slideLayouts/slideLayout42.xml"/><Relationship Id="rId51" Type="http://schemas.openxmlformats.org/officeDocument/2006/relationships/slideLayout" Target="../slideLayouts/slideLayout85.xml"/><Relationship Id="rId3" Type="http://schemas.openxmlformats.org/officeDocument/2006/relationships/slideLayout" Target="../slideLayouts/slideLayout37.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slideLayout" Target="../slideLayouts/slideLayout72.xml"/><Relationship Id="rId46" Type="http://schemas.openxmlformats.org/officeDocument/2006/relationships/slideLayout" Target="../slideLayouts/slideLayout80.xml"/><Relationship Id="rId20" Type="http://schemas.openxmlformats.org/officeDocument/2006/relationships/slideLayout" Target="../slideLayouts/slideLayout54.xml"/><Relationship Id="rId41" Type="http://schemas.openxmlformats.org/officeDocument/2006/relationships/slideLayout" Target="../slideLayouts/slideLayout75.xml"/><Relationship Id="rId1" Type="http://schemas.openxmlformats.org/officeDocument/2006/relationships/slideLayout" Target="../slideLayouts/slideLayout35.xml"/><Relationship Id="rId6"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63" Type="http://schemas.openxmlformats.org/officeDocument/2006/relationships/slideLayout" Target="../slideLayouts/slideLayout148.xml"/><Relationship Id="rId68" Type="http://schemas.openxmlformats.org/officeDocument/2006/relationships/slideLayout" Target="../slideLayouts/slideLayout153.xml"/><Relationship Id="rId84" Type="http://schemas.openxmlformats.org/officeDocument/2006/relationships/slideLayout" Target="../slideLayouts/slideLayout169.xml"/><Relationship Id="rId89" Type="http://schemas.openxmlformats.org/officeDocument/2006/relationships/slideLayout" Target="../slideLayouts/slideLayout174.xml"/><Relationship Id="rId16" Type="http://schemas.openxmlformats.org/officeDocument/2006/relationships/slideLayout" Target="../slideLayouts/slideLayout101.xml"/><Relationship Id="rId11" Type="http://schemas.openxmlformats.org/officeDocument/2006/relationships/slideLayout" Target="../slideLayouts/slideLayout96.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53" Type="http://schemas.openxmlformats.org/officeDocument/2006/relationships/slideLayout" Target="../slideLayouts/slideLayout138.xml"/><Relationship Id="rId58" Type="http://schemas.openxmlformats.org/officeDocument/2006/relationships/slideLayout" Target="../slideLayouts/slideLayout143.xml"/><Relationship Id="rId74" Type="http://schemas.openxmlformats.org/officeDocument/2006/relationships/slideLayout" Target="../slideLayouts/slideLayout159.xml"/><Relationship Id="rId79" Type="http://schemas.openxmlformats.org/officeDocument/2006/relationships/slideLayout" Target="../slideLayouts/slideLayout164.xml"/><Relationship Id="rId102" Type="http://schemas.openxmlformats.org/officeDocument/2006/relationships/slideLayout" Target="../slideLayouts/slideLayout187.xml"/><Relationship Id="rId5" Type="http://schemas.openxmlformats.org/officeDocument/2006/relationships/slideLayout" Target="../slideLayouts/slideLayout90.xml"/><Relationship Id="rId90" Type="http://schemas.openxmlformats.org/officeDocument/2006/relationships/slideLayout" Target="../slideLayouts/slideLayout175.xml"/><Relationship Id="rId95" Type="http://schemas.openxmlformats.org/officeDocument/2006/relationships/slideLayout" Target="../slideLayouts/slideLayout180.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64" Type="http://schemas.openxmlformats.org/officeDocument/2006/relationships/slideLayout" Target="../slideLayouts/slideLayout149.xml"/><Relationship Id="rId69" Type="http://schemas.openxmlformats.org/officeDocument/2006/relationships/slideLayout" Target="../slideLayouts/slideLayout154.xml"/><Relationship Id="rId80" Type="http://schemas.openxmlformats.org/officeDocument/2006/relationships/slideLayout" Target="../slideLayouts/slideLayout165.xml"/><Relationship Id="rId85" Type="http://schemas.openxmlformats.org/officeDocument/2006/relationships/slideLayout" Target="../slideLayouts/slideLayout170.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59" Type="http://schemas.openxmlformats.org/officeDocument/2006/relationships/slideLayout" Target="../slideLayouts/slideLayout144.xml"/><Relationship Id="rId67" Type="http://schemas.openxmlformats.org/officeDocument/2006/relationships/slideLayout" Target="../slideLayouts/slideLayout152.xml"/><Relationship Id="rId103" Type="http://schemas.openxmlformats.org/officeDocument/2006/relationships/theme" Target="../theme/theme3.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62" Type="http://schemas.openxmlformats.org/officeDocument/2006/relationships/slideLayout" Target="../slideLayouts/slideLayout147.xml"/><Relationship Id="rId70" Type="http://schemas.openxmlformats.org/officeDocument/2006/relationships/slideLayout" Target="../slideLayouts/slideLayout155.xml"/><Relationship Id="rId75" Type="http://schemas.openxmlformats.org/officeDocument/2006/relationships/slideLayout" Target="../slideLayouts/slideLayout160.xml"/><Relationship Id="rId83" Type="http://schemas.openxmlformats.org/officeDocument/2006/relationships/slideLayout" Target="../slideLayouts/slideLayout168.xml"/><Relationship Id="rId88" Type="http://schemas.openxmlformats.org/officeDocument/2006/relationships/slideLayout" Target="../slideLayouts/slideLayout173.xml"/><Relationship Id="rId91" Type="http://schemas.openxmlformats.org/officeDocument/2006/relationships/slideLayout" Target="../slideLayouts/slideLayout176.xml"/><Relationship Id="rId96" Type="http://schemas.openxmlformats.org/officeDocument/2006/relationships/slideLayout" Target="../slideLayouts/slideLayout181.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 Id="rId57" Type="http://schemas.openxmlformats.org/officeDocument/2006/relationships/slideLayout" Target="../slideLayouts/slideLayout142.xml"/><Relationship Id="rId10" Type="http://schemas.openxmlformats.org/officeDocument/2006/relationships/slideLayout" Target="../slideLayouts/slideLayout95.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60" Type="http://schemas.openxmlformats.org/officeDocument/2006/relationships/slideLayout" Target="../slideLayouts/slideLayout145.xml"/><Relationship Id="rId65" Type="http://schemas.openxmlformats.org/officeDocument/2006/relationships/slideLayout" Target="../slideLayouts/slideLayout150.xml"/><Relationship Id="rId73" Type="http://schemas.openxmlformats.org/officeDocument/2006/relationships/slideLayout" Target="../slideLayouts/slideLayout158.xml"/><Relationship Id="rId78" Type="http://schemas.openxmlformats.org/officeDocument/2006/relationships/slideLayout" Target="../slideLayouts/slideLayout163.xml"/><Relationship Id="rId81" Type="http://schemas.openxmlformats.org/officeDocument/2006/relationships/slideLayout" Target="../slideLayouts/slideLayout166.xml"/><Relationship Id="rId86" Type="http://schemas.openxmlformats.org/officeDocument/2006/relationships/slideLayout" Target="../slideLayouts/slideLayout171.xml"/><Relationship Id="rId94" Type="http://schemas.openxmlformats.org/officeDocument/2006/relationships/slideLayout" Target="../slideLayouts/slideLayout179.xml"/><Relationship Id="rId99" Type="http://schemas.openxmlformats.org/officeDocument/2006/relationships/slideLayout" Target="../slideLayouts/slideLayout184.xml"/><Relationship Id="rId101" Type="http://schemas.openxmlformats.org/officeDocument/2006/relationships/slideLayout" Target="../slideLayouts/slideLayout186.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39" Type="http://schemas.openxmlformats.org/officeDocument/2006/relationships/slideLayout" Target="../slideLayouts/slideLayout124.xml"/><Relationship Id="rId34" Type="http://schemas.openxmlformats.org/officeDocument/2006/relationships/slideLayout" Target="../slideLayouts/slideLayout119.xml"/><Relationship Id="rId50" Type="http://schemas.openxmlformats.org/officeDocument/2006/relationships/slideLayout" Target="../slideLayouts/slideLayout135.xml"/><Relationship Id="rId55" Type="http://schemas.openxmlformats.org/officeDocument/2006/relationships/slideLayout" Target="../slideLayouts/slideLayout140.xml"/><Relationship Id="rId76" Type="http://schemas.openxmlformats.org/officeDocument/2006/relationships/slideLayout" Target="../slideLayouts/slideLayout161.xml"/><Relationship Id="rId97" Type="http://schemas.openxmlformats.org/officeDocument/2006/relationships/slideLayout" Target="../slideLayouts/slideLayout182.xml"/><Relationship Id="rId7" Type="http://schemas.openxmlformats.org/officeDocument/2006/relationships/slideLayout" Target="../slideLayouts/slideLayout92.xml"/><Relationship Id="rId71" Type="http://schemas.openxmlformats.org/officeDocument/2006/relationships/slideLayout" Target="../slideLayouts/slideLayout156.xml"/><Relationship Id="rId92" Type="http://schemas.openxmlformats.org/officeDocument/2006/relationships/slideLayout" Target="../slideLayouts/slideLayout177.xml"/><Relationship Id="rId2" Type="http://schemas.openxmlformats.org/officeDocument/2006/relationships/slideLayout" Target="../slideLayouts/slideLayout87.xml"/><Relationship Id="rId29" Type="http://schemas.openxmlformats.org/officeDocument/2006/relationships/slideLayout" Target="../slideLayouts/slideLayout114.xml"/><Relationship Id="rId24" Type="http://schemas.openxmlformats.org/officeDocument/2006/relationships/slideLayout" Target="../slideLayouts/slideLayout109.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66" Type="http://schemas.openxmlformats.org/officeDocument/2006/relationships/slideLayout" Target="../slideLayouts/slideLayout151.xml"/><Relationship Id="rId87" Type="http://schemas.openxmlformats.org/officeDocument/2006/relationships/slideLayout" Target="../slideLayouts/slideLayout172.xml"/><Relationship Id="rId61" Type="http://schemas.openxmlformats.org/officeDocument/2006/relationships/slideLayout" Target="../slideLayouts/slideLayout146.xml"/><Relationship Id="rId82" Type="http://schemas.openxmlformats.org/officeDocument/2006/relationships/slideLayout" Target="../slideLayouts/slideLayout167.xml"/><Relationship Id="rId19" Type="http://schemas.openxmlformats.org/officeDocument/2006/relationships/slideLayout" Target="../slideLayouts/slideLayout104.xml"/><Relationship Id="rId14" Type="http://schemas.openxmlformats.org/officeDocument/2006/relationships/slideLayout" Target="../slideLayouts/slideLayout99.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56" Type="http://schemas.openxmlformats.org/officeDocument/2006/relationships/slideLayout" Target="../slideLayouts/slideLayout141.xml"/><Relationship Id="rId77" Type="http://schemas.openxmlformats.org/officeDocument/2006/relationships/slideLayout" Target="../slideLayouts/slideLayout162.xml"/><Relationship Id="rId100" Type="http://schemas.openxmlformats.org/officeDocument/2006/relationships/slideLayout" Target="../slideLayouts/slideLayout185.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72" Type="http://schemas.openxmlformats.org/officeDocument/2006/relationships/slideLayout" Target="../slideLayouts/slideLayout157.xml"/><Relationship Id="rId93" Type="http://schemas.openxmlformats.org/officeDocument/2006/relationships/slideLayout" Target="../slideLayouts/slideLayout178.xml"/><Relationship Id="rId98" Type="http://schemas.openxmlformats.org/officeDocument/2006/relationships/slideLayout" Target="../slideLayouts/slideLayout183.xml"/><Relationship Id="rId3"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Title Placeholder 26">
            <a:extLst>
              <a:ext uri="{FF2B5EF4-FFF2-40B4-BE49-F238E27FC236}">
                <a16:creationId xmlns:a16="http://schemas.microsoft.com/office/drawing/2014/main" id="{AD949D24-C297-9815-B068-2686966E6D0C}"/>
              </a:ext>
            </a:extLst>
          </p:cNvPr>
          <p:cNvSpPr>
            <a:spLocks noGrp="1"/>
          </p:cNvSpPr>
          <p:nvPr>
            <p:ph type="title"/>
          </p:nvPr>
        </p:nvSpPr>
        <p:spPr>
          <a:xfrm>
            <a:off x="382588" y="403225"/>
            <a:ext cx="11410950" cy="998855"/>
          </a:xfrm>
          <a:prstGeom prst="rect">
            <a:avLst/>
          </a:prstGeom>
        </p:spPr>
        <p:txBody>
          <a:bodyPr vert="horz" lIns="0" tIns="0" rIns="0" bIns="0" rtlCol="0" anchor="t">
            <a:noAutofit/>
          </a:bodyPr>
          <a:lstStyle/>
          <a:p>
            <a:r>
              <a:rPr lang="en-US"/>
              <a:t>Click to edit Master title style</a:t>
            </a:r>
            <a:endParaRPr lang="en-GB"/>
          </a:p>
        </p:txBody>
      </p:sp>
      <p:sp>
        <p:nvSpPr>
          <p:cNvPr id="28" name="Text Placeholder 27">
            <a:extLst>
              <a:ext uri="{FF2B5EF4-FFF2-40B4-BE49-F238E27FC236}">
                <a16:creationId xmlns:a16="http://schemas.microsoft.com/office/drawing/2014/main" id="{3658FE01-45C3-272B-FCDF-81C921D682AA}"/>
              </a:ext>
            </a:extLst>
          </p:cNvPr>
          <p:cNvSpPr>
            <a:spLocks noGrp="1"/>
          </p:cNvSpPr>
          <p:nvPr>
            <p:ph type="body" idx="1"/>
          </p:nvPr>
        </p:nvSpPr>
        <p:spPr>
          <a:xfrm>
            <a:off x="382588" y="1592263"/>
            <a:ext cx="11410950" cy="4681537"/>
          </a:xfrm>
          <a:prstGeom prst="rect">
            <a:avLst/>
          </a:prstGeom>
        </p:spPr>
        <p:txBody>
          <a:bodyPr vert="horz" lIns="0" tIns="36000" rIns="72000" bIns="3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Date Placeholder 1">
            <a:extLst>
              <a:ext uri="{FF2B5EF4-FFF2-40B4-BE49-F238E27FC236}">
                <a16:creationId xmlns:a16="http://schemas.microsoft.com/office/drawing/2014/main" id="{2010CD1E-9CA1-4047-EC5C-35A67A12B57B}"/>
              </a:ext>
            </a:extLst>
          </p:cNvPr>
          <p:cNvSpPr>
            <a:spLocks noGrp="1"/>
          </p:cNvSpPr>
          <p:nvPr>
            <p:ph type="dt" sz="half" idx="2"/>
          </p:nvPr>
        </p:nvSpPr>
        <p:spPr>
          <a:xfrm>
            <a:off x="382588" y="6552055"/>
            <a:ext cx="2743200" cy="152470"/>
          </a:xfrm>
          <a:prstGeom prst="rect">
            <a:avLst/>
          </a:prstGeom>
        </p:spPr>
        <p:txBody>
          <a:bodyPr vert="horz" lIns="0" tIns="0" rIns="0" bIns="0" rtlCol="0" anchor="ctr"/>
          <a:lstStyle>
            <a:lvl1pPr algn="l">
              <a:defRPr lang="en-GB" sz="800" smtClean="0">
                <a:solidFill>
                  <a:schemeClr val="tx1"/>
                </a:solidFill>
                <a:latin typeface="+mn-lt"/>
              </a:defRPr>
            </a:lvl1pPr>
          </a:lstStyle>
          <a:p>
            <a:fld id="{1A196915-F6B1-4741-B364-FFB2F79CE06D}" type="datetime3">
              <a:rPr lang="en-GB" smtClean="0"/>
              <a:t>3 August, 2026</a:t>
            </a:fld>
            <a:endParaRPr lang="en-GB"/>
          </a:p>
        </p:txBody>
      </p:sp>
      <p:sp>
        <p:nvSpPr>
          <p:cNvPr id="30" name="Footer Placeholder 29">
            <a:extLst>
              <a:ext uri="{FF2B5EF4-FFF2-40B4-BE49-F238E27FC236}">
                <a16:creationId xmlns:a16="http://schemas.microsoft.com/office/drawing/2014/main" id="{CCD669EB-2964-23B2-28EB-F3AEE913EF99}"/>
              </a:ext>
            </a:extLst>
          </p:cNvPr>
          <p:cNvSpPr>
            <a:spLocks noGrp="1"/>
          </p:cNvSpPr>
          <p:nvPr>
            <p:ph type="ftr" sz="quarter" idx="3"/>
          </p:nvPr>
        </p:nvSpPr>
        <p:spPr>
          <a:xfrm>
            <a:off x="3276600" y="6552055"/>
            <a:ext cx="8204962" cy="152470"/>
          </a:xfrm>
          <a:prstGeom prst="rect">
            <a:avLst/>
          </a:prstGeom>
        </p:spPr>
        <p:txBody>
          <a:bodyPr vert="horz" lIns="0" tIns="0" rIns="0" bIns="0" rtlCol="0" anchor="ctr"/>
          <a:lstStyle>
            <a:lvl1pPr algn="r">
              <a:defRPr sz="800">
                <a:solidFill>
                  <a:schemeClr val="tx1"/>
                </a:solidFill>
                <a:latin typeface="+mn-lt"/>
              </a:defRPr>
            </a:lvl1pPr>
          </a:lstStyle>
          <a:p>
            <a:endParaRPr lang="en-GB"/>
          </a:p>
        </p:txBody>
      </p:sp>
      <p:sp>
        <p:nvSpPr>
          <p:cNvPr id="31" name="Slide Number Placeholder 30">
            <a:extLst>
              <a:ext uri="{FF2B5EF4-FFF2-40B4-BE49-F238E27FC236}">
                <a16:creationId xmlns:a16="http://schemas.microsoft.com/office/drawing/2014/main" id="{12137EF9-38B5-7540-57C3-9E00D706F122}"/>
              </a:ext>
            </a:extLst>
          </p:cNvPr>
          <p:cNvSpPr>
            <a:spLocks noGrp="1"/>
          </p:cNvSpPr>
          <p:nvPr>
            <p:ph type="sldNum" sz="quarter" idx="4"/>
          </p:nvPr>
        </p:nvSpPr>
        <p:spPr>
          <a:xfrm>
            <a:off x="11481564" y="6552055"/>
            <a:ext cx="311973" cy="152470"/>
          </a:xfrm>
          <a:prstGeom prst="rect">
            <a:avLst/>
          </a:prstGeom>
        </p:spPr>
        <p:txBody>
          <a:bodyPr vert="horz" lIns="0" tIns="0" rIns="0" bIns="0" rtlCol="0" anchor="ctr"/>
          <a:lstStyle>
            <a:lvl1pPr algn="r">
              <a:defRPr sz="800">
                <a:solidFill>
                  <a:schemeClr val="tx1"/>
                </a:solidFill>
                <a:latin typeface="+mn-lt"/>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356137283"/>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1" r:id="rId32"/>
    <p:sldLayoutId id="2147483822" r:id="rId33"/>
    <p:sldLayoutId id="2147483823"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p:titleStyle>
    <p:bodyStyle>
      <a:lvl1pPr marL="0" indent="0" algn="l" defTabSz="914400"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182563" indent="-182563"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358775" indent="-17621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4pPr>
      <a:lvl5pPr marL="541338" indent="-18256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46">
          <p15:clr>
            <a:srgbClr val="F26B43"/>
          </p15:clr>
        </p15:guide>
        <p15:guide id="18" pos="241">
          <p15:clr>
            <a:srgbClr val="F26B43"/>
          </p15:clr>
        </p15:guide>
        <p15:guide id="19" orient="horz" pos="3952">
          <p15:clr>
            <a:srgbClr val="F26B43"/>
          </p15:clr>
        </p15:guide>
        <p15:guide id="20" pos="7429">
          <p15:clr>
            <a:srgbClr val="F26B43"/>
          </p15:clr>
        </p15:guide>
        <p15:guide id="21" pos="1958">
          <p15:clr>
            <a:srgbClr val="F26B43"/>
          </p15:clr>
        </p15:guide>
        <p15:guide id="22" pos="2064">
          <p15:clr>
            <a:srgbClr val="F26B43"/>
          </p15:clr>
        </p15:guide>
        <p15:guide id="23" pos="3787">
          <p15:clr>
            <a:srgbClr val="F26B43"/>
          </p15:clr>
        </p15:guide>
        <p15:guide id="24" pos="3885">
          <p15:clr>
            <a:srgbClr val="F26B43"/>
          </p15:clr>
        </p15:guide>
        <p15:guide id="25" pos="5611">
          <p15:clr>
            <a:srgbClr val="F26B43"/>
          </p15:clr>
        </p15:guide>
        <p15:guide id="26" pos="5717">
          <p15:clr>
            <a:srgbClr val="F26B43"/>
          </p15:clr>
        </p15:guide>
        <p15:guide id="27" orient="horz" pos="1003">
          <p15:clr>
            <a:srgbClr val="F26B43"/>
          </p15:clr>
        </p15:guide>
        <p15:guide id="28" orient="horz" pos="890">
          <p15:clr>
            <a:srgbClr val="F26B43"/>
          </p15:clr>
        </p15:guide>
        <p15:guide id="29" orient="horz" pos="2364">
          <p15:clr>
            <a:srgbClr val="F26B43"/>
          </p15:clr>
        </p15:guide>
        <p15:guide id="30" orient="horz" pos="2478">
          <p15:clr>
            <a:srgbClr val="F26B43"/>
          </p15:clr>
        </p15:guide>
        <p15:guide id="31" orient="horz" pos="38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Title Placeholder 26">
            <a:extLst>
              <a:ext uri="{FF2B5EF4-FFF2-40B4-BE49-F238E27FC236}">
                <a16:creationId xmlns:a16="http://schemas.microsoft.com/office/drawing/2014/main" id="{AD949D24-C297-9815-B068-2686966E6D0C}"/>
              </a:ext>
            </a:extLst>
          </p:cNvPr>
          <p:cNvSpPr>
            <a:spLocks noGrp="1"/>
          </p:cNvSpPr>
          <p:nvPr>
            <p:ph type="title"/>
          </p:nvPr>
        </p:nvSpPr>
        <p:spPr>
          <a:xfrm>
            <a:off x="382588" y="403225"/>
            <a:ext cx="11410950" cy="998855"/>
          </a:xfrm>
          <a:prstGeom prst="rect">
            <a:avLst/>
          </a:prstGeom>
        </p:spPr>
        <p:txBody>
          <a:bodyPr vert="horz" lIns="0" tIns="0" rIns="0" bIns="0" rtlCol="0" anchor="t">
            <a:noAutofit/>
          </a:bodyPr>
          <a:lstStyle/>
          <a:p>
            <a:r>
              <a:rPr lang="en-GB"/>
              <a:t>Click to edit Master title style</a:t>
            </a:r>
          </a:p>
        </p:txBody>
      </p:sp>
      <p:sp>
        <p:nvSpPr>
          <p:cNvPr id="28" name="Text Placeholder 27">
            <a:extLst>
              <a:ext uri="{FF2B5EF4-FFF2-40B4-BE49-F238E27FC236}">
                <a16:creationId xmlns:a16="http://schemas.microsoft.com/office/drawing/2014/main" id="{3658FE01-45C3-272B-FCDF-81C921D682AA}"/>
              </a:ext>
            </a:extLst>
          </p:cNvPr>
          <p:cNvSpPr>
            <a:spLocks noGrp="1"/>
          </p:cNvSpPr>
          <p:nvPr>
            <p:ph type="body" idx="1"/>
          </p:nvPr>
        </p:nvSpPr>
        <p:spPr>
          <a:xfrm>
            <a:off x="382588" y="1592263"/>
            <a:ext cx="11410950" cy="4681537"/>
          </a:xfrm>
          <a:prstGeom prst="rect">
            <a:avLst/>
          </a:prstGeom>
        </p:spPr>
        <p:txBody>
          <a:bodyPr vert="horz" lIns="0" tIns="36000" rIns="72000" bIns="36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Date Placeholder 1">
            <a:extLst>
              <a:ext uri="{FF2B5EF4-FFF2-40B4-BE49-F238E27FC236}">
                <a16:creationId xmlns:a16="http://schemas.microsoft.com/office/drawing/2014/main" id="{2010CD1E-9CA1-4047-EC5C-35A67A12B57B}"/>
              </a:ext>
            </a:extLst>
          </p:cNvPr>
          <p:cNvSpPr>
            <a:spLocks noGrp="1"/>
          </p:cNvSpPr>
          <p:nvPr>
            <p:ph type="dt" sz="half" idx="2"/>
          </p:nvPr>
        </p:nvSpPr>
        <p:spPr>
          <a:xfrm>
            <a:off x="382588" y="6552055"/>
            <a:ext cx="2743200" cy="152470"/>
          </a:xfrm>
          <a:prstGeom prst="rect">
            <a:avLst/>
          </a:prstGeom>
        </p:spPr>
        <p:txBody>
          <a:bodyPr vert="horz" lIns="0" tIns="0" rIns="0" bIns="0" rtlCol="0" anchor="ctr"/>
          <a:lstStyle>
            <a:lvl1pPr algn="l">
              <a:defRPr lang="en-GB" sz="800" smtClean="0">
                <a:solidFill>
                  <a:schemeClr val="tx1"/>
                </a:solidFill>
                <a:latin typeface="+mn-lt"/>
              </a:defRPr>
            </a:lvl1pPr>
          </a:lstStyle>
          <a:p>
            <a:fld id="{1A196915-F6B1-4741-B364-FFB2F79CE06D}" type="datetime3">
              <a:rPr lang="en-GB" smtClean="0"/>
              <a:t>3 August, 2026</a:t>
            </a:fld>
            <a:endParaRPr lang="en-GB"/>
          </a:p>
        </p:txBody>
      </p:sp>
      <p:sp>
        <p:nvSpPr>
          <p:cNvPr id="30" name="Footer Placeholder 29">
            <a:extLst>
              <a:ext uri="{FF2B5EF4-FFF2-40B4-BE49-F238E27FC236}">
                <a16:creationId xmlns:a16="http://schemas.microsoft.com/office/drawing/2014/main" id="{CCD669EB-2964-23B2-28EB-F3AEE913EF99}"/>
              </a:ext>
            </a:extLst>
          </p:cNvPr>
          <p:cNvSpPr>
            <a:spLocks noGrp="1"/>
          </p:cNvSpPr>
          <p:nvPr>
            <p:ph type="ftr" sz="quarter" idx="3"/>
          </p:nvPr>
        </p:nvSpPr>
        <p:spPr>
          <a:xfrm>
            <a:off x="3276600" y="6552055"/>
            <a:ext cx="8204962" cy="152470"/>
          </a:xfrm>
          <a:prstGeom prst="rect">
            <a:avLst/>
          </a:prstGeom>
        </p:spPr>
        <p:txBody>
          <a:bodyPr vert="horz" lIns="0" tIns="0" rIns="0" bIns="0" rtlCol="0" anchor="ctr"/>
          <a:lstStyle>
            <a:lvl1pPr algn="r">
              <a:defRPr sz="800">
                <a:solidFill>
                  <a:schemeClr val="tx1"/>
                </a:solidFill>
                <a:latin typeface="+mn-lt"/>
              </a:defRPr>
            </a:lvl1pPr>
          </a:lstStyle>
          <a:p>
            <a:endParaRPr lang="en-GB"/>
          </a:p>
        </p:txBody>
      </p:sp>
      <p:sp>
        <p:nvSpPr>
          <p:cNvPr id="31" name="Slide Number Placeholder 30">
            <a:extLst>
              <a:ext uri="{FF2B5EF4-FFF2-40B4-BE49-F238E27FC236}">
                <a16:creationId xmlns:a16="http://schemas.microsoft.com/office/drawing/2014/main" id="{12137EF9-38B5-7540-57C3-9E00D706F122}"/>
              </a:ext>
            </a:extLst>
          </p:cNvPr>
          <p:cNvSpPr>
            <a:spLocks noGrp="1"/>
          </p:cNvSpPr>
          <p:nvPr>
            <p:ph type="sldNum" sz="quarter" idx="4"/>
          </p:nvPr>
        </p:nvSpPr>
        <p:spPr>
          <a:xfrm>
            <a:off x="11481564" y="6552055"/>
            <a:ext cx="311973" cy="152470"/>
          </a:xfrm>
          <a:prstGeom prst="rect">
            <a:avLst/>
          </a:prstGeom>
        </p:spPr>
        <p:txBody>
          <a:bodyPr vert="horz" lIns="0" tIns="0" rIns="0" bIns="0" rtlCol="0" anchor="ctr"/>
          <a:lstStyle>
            <a:lvl1pPr algn="r">
              <a:defRPr sz="800">
                <a:solidFill>
                  <a:schemeClr val="tx1"/>
                </a:solidFill>
                <a:latin typeface="+mn-lt"/>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3814455059"/>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 id="2147483862" r:id="rId38"/>
    <p:sldLayoutId id="2147483863" r:id="rId39"/>
    <p:sldLayoutId id="2147483864" r:id="rId40"/>
    <p:sldLayoutId id="2147483865" r:id="rId41"/>
    <p:sldLayoutId id="2147483866" r:id="rId42"/>
    <p:sldLayoutId id="2147483867" r:id="rId43"/>
    <p:sldLayoutId id="2147483868" r:id="rId44"/>
    <p:sldLayoutId id="2147483869" r:id="rId45"/>
    <p:sldLayoutId id="2147483870" r:id="rId46"/>
    <p:sldLayoutId id="2147483871" r:id="rId47"/>
    <p:sldLayoutId id="2147483873" r:id="rId48"/>
    <p:sldLayoutId id="2147483874" r:id="rId49"/>
    <p:sldLayoutId id="2147483875" r:id="rId50"/>
    <p:sldLayoutId id="2147483876" r:id="rId5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p:titleStyle>
    <p:bodyStyle>
      <a:lvl1pPr marL="0" indent="0" algn="l" defTabSz="914400"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182563" indent="-182563"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358775" indent="-17621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4pPr>
      <a:lvl5pPr marL="541338" indent="-18256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46">
          <p15:clr>
            <a:srgbClr val="F26B43"/>
          </p15:clr>
        </p15:guide>
        <p15:guide id="18" pos="241">
          <p15:clr>
            <a:srgbClr val="F26B43"/>
          </p15:clr>
        </p15:guide>
        <p15:guide id="19" orient="horz" pos="3952">
          <p15:clr>
            <a:srgbClr val="F26B43"/>
          </p15:clr>
        </p15:guide>
        <p15:guide id="20" pos="7429">
          <p15:clr>
            <a:srgbClr val="F26B43"/>
          </p15:clr>
        </p15:guide>
        <p15:guide id="21" pos="1958">
          <p15:clr>
            <a:srgbClr val="F26B43"/>
          </p15:clr>
        </p15:guide>
        <p15:guide id="22" pos="2064">
          <p15:clr>
            <a:srgbClr val="F26B43"/>
          </p15:clr>
        </p15:guide>
        <p15:guide id="23" pos="3787">
          <p15:clr>
            <a:srgbClr val="F26B43"/>
          </p15:clr>
        </p15:guide>
        <p15:guide id="24" pos="3885">
          <p15:clr>
            <a:srgbClr val="F26B43"/>
          </p15:clr>
        </p15:guide>
        <p15:guide id="25" pos="5611">
          <p15:clr>
            <a:srgbClr val="F26B43"/>
          </p15:clr>
        </p15:guide>
        <p15:guide id="26" pos="5717">
          <p15:clr>
            <a:srgbClr val="F26B43"/>
          </p15:clr>
        </p15:guide>
        <p15:guide id="27" orient="horz" pos="1003">
          <p15:clr>
            <a:srgbClr val="F26B43"/>
          </p15:clr>
        </p15:guide>
        <p15:guide id="28" orient="horz" pos="890">
          <p15:clr>
            <a:srgbClr val="F26B43"/>
          </p15:clr>
        </p15:guide>
        <p15:guide id="29" orient="horz" pos="2364">
          <p15:clr>
            <a:srgbClr val="F26B43"/>
          </p15:clr>
        </p15:guide>
        <p15:guide id="30" orient="horz" pos="2478">
          <p15:clr>
            <a:srgbClr val="F26B43"/>
          </p15:clr>
        </p15:guide>
        <p15:guide id="31" orient="horz" pos="383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Title Placeholder 26">
            <a:extLst>
              <a:ext uri="{FF2B5EF4-FFF2-40B4-BE49-F238E27FC236}">
                <a16:creationId xmlns:a16="http://schemas.microsoft.com/office/drawing/2014/main" id="{AD949D24-C297-9815-B068-2686966E6D0C}"/>
              </a:ext>
            </a:extLst>
          </p:cNvPr>
          <p:cNvSpPr>
            <a:spLocks noGrp="1"/>
          </p:cNvSpPr>
          <p:nvPr>
            <p:ph type="title"/>
          </p:nvPr>
        </p:nvSpPr>
        <p:spPr>
          <a:xfrm>
            <a:off x="382588" y="403226"/>
            <a:ext cx="11410950" cy="998855"/>
          </a:xfrm>
          <a:prstGeom prst="rect">
            <a:avLst/>
          </a:prstGeom>
        </p:spPr>
        <p:txBody>
          <a:bodyPr vert="horz" lIns="0" tIns="0" rIns="0" bIns="0" rtlCol="0" anchor="t">
            <a:noAutofit/>
          </a:bodyPr>
          <a:lstStyle/>
          <a:p>
            <a:r>
              <a:rPr lang="en-GB"/>
              <a:t>Click to edit Master title style</a:t>
            </a:r>
          </a:p>
        </p:txBody>
      </p:sp>
      <p:sp>
        <p:nvSpPr>
          <p:cNvPr id="28" name="Text Placeholder 27">
            <a:extLst>
              <a:ext uri="{FF2B5EF4-FFF2-40B4-BE49-F238E27FC236}">
                <a16:creationId xmlns:a16="http://schemas.microsoft.com/office/drawing/2014/main" id="{3658FE01-45C3-272B-FCDF-81C921D682AA}"/>
              </a:ext>
            </a:extLst>
          </p:cNvPr>
          <p:cNvSpPr>
            <a:spLocks noGrp="1"/>
          </p:cNvSpPr>
          <p:nvPr>
            <p:ph type="body" idx="1"/>
          </p:nvPr>
        </p:nvSpPr>
        <p:spPr>
          <a:xfrm>
            <a:off x="382588" y="1592264"/>
            <a:ext cx="11410950" cy="4681537"/>
          </a:xfrm>
          <a:prstGeom prst="rect">
            <a:avLst/>
          </a:prstGeom>
        </p:spPr>
        <p:txBody>
          <a:bodyPr vert="horz" lIns="0" tIns="36000" rIns="72000" bIns="36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Date Placeholder 1">
            <a:extLst>
              <a:ext uri="{FF2B5EF4-FFF2-40B4-BE49-F238E27FC236}">
                <a16:creationId xmlns:a16="http://schemas.microsoft.com/office/drawing/2014/main" id="{2010CD1E-9CA1-4047-EC5C-35A67A12B57B}"/>
              </a:ext>
            </a:extLst>
          </p:cNvPr>
          <p:cNvSpPr>
            <a:spLocks noGrp="1"/>
          </p:cNvSpPr>
          <p:nvPr>
            <p:ph type="dt" sz="half" idx="2"/>
          </p:nvPr>
        </p:nvSpPr>
        <p:spPr>
          <a:xfrm>
            <a:off x="382588" y="6552055"/>
            <a:ext cx="2743200" cy="152470"/>
          </a:xfrm>
          <a:prstGeom prst="rect">
            <a:avLst/>
          </a:prstGeom>
        </p:spPr>
        <p:txBody>
          <a:bodyPr vert="horz" lIns="0" tIns="0" rIns="0" bIns="0" rtlCol="0" anchor="ctr"/>
          <a:lstStyle>
            <a:lvl1pPr algn="l">
              <a:defRPr lang="en-GB" sz="800" smtClean="0">
                <a:solidFill>
                  <a:schemeClr val="tx1"/>
                </a:solidFill>
                <a:latin typeface="+mn-lt"/>
              </a:defRPr>
            </a:lvl1pPr>
          </a:lstStyle>
          <a:p>
            <a:fld id="{1A196915-F6B1-4741-B364-FFB2F79CE06D}" type="datetime3">
              <a:rPr lang="en-GB" smtClean="0"/>
              <a:t>3 August, 2026</a:t>
            </a:fld>
            <a:endParaRPr lang="en-GB"/>
          </a:p>
        </p:txBody>
      </p:sp>
      <p:sp>
        <p:nvSpPr>
          <p:cNvPr id="30" name="Footer Placeholder 29">
            <a:extLst>
              <a:ext uri="{FF2B5EF4-FFF2-40B4-BE49-F238E27FC236}">
                <a16:creationId xmlns:a16="http://schemas.microsoft.com/office/drawing/2014/main" id="{CCD669EB-2964-23B2-28EB-F3AEE913EF99}"/>
              </a:ext>
            </a:extLst>
          </p:cNvPr>
          <p:cNvSpPr>
            <a:spLocks noGrp="1"/>
          </p:cNvSpPr>
          <p:nvPr>
            <p:ph type="ftr" sz="quarter" idx="3"/>
          </p:nvPr>
        </p:nvSpPr>
        <p:spPr>
          <a:xfrm>
            <a:off x="3276600" y="6552055"/>
            <a:ext cx="8204962" cy="152470"/>
          </a:xfrm>
          <a:prstGeom prst="rect">
            <a:avLst/>
          </a:prstGeom>
        </p:spPr>
        <p:txBody>
          <a:bodyPr vert="horz" lIns="0" tIns="0" rIns="0" bIns="0" rtlCol="0" anchor="ctr"/>
          <a:lstStyle>
            <a:lvl1pPr algn="r">
              <a:defRPr sz="800">
                <a:solidFill>
                  <a:schemeClr val="tx1"/>
                </a:solidFill>
                <a:latin typeface="+mn-lt"/>
              </a:defRPr>
            </a:lvl1pPr>
          </a:lstStyle>
          <a:p>
            <a:endParaRPr lang="en-GB"/>
          </a:p>
        </p:txBody>
      </p:sp>
      <p:sp>
        <p:nvSpPr>
          <p:cNvPr id="31" name="Slide Number Placeholder 30">
            <a:extLst>
              <a:ext uri="{FF2B5EF4-FFF2-40B4-BE49-F238E27FC236}">
                <a16:creationId xmlns:a16="http://schemas.microsoft.com/office/drawing/2014/main" id="{12137EF9-38B5-7540-57C3-9E00D706F122}"/>
              </a:ext>
            </a:extLst>
          </p:cNvPr>
          <p:cNvSpPr>
            <a:spLocks noGrp="1"/>
          </p:cNvSpPr>
          <p:nvPr>
            <p:ph type="sldNum" sz="quarter" idx="4"/>
          </p:nvPr>
        </p:nvSpPr>
        <p:spPr>
          <a:xfrm>
            <a:off x="11481565" y="6552055"/>
            <a:ext cx="311973" cy="152470"/>
          </a:xfrm>
          <a:prstGeom prst="rect">
            <a:avLst/>
          </a:prstGeom>
        </p:spPr>
        <p:txBody>
          <a:bodyPr vert="horz" lIns="0" tIns="0" rIns="0" bIns="0" rtlCol="0" anchor="ctr"/>
          <a:lstStyle>
            <a:lvl1pPr algn="r">
              <a:defRPr sz="800">
                <a:solidFill>
                  <a:schemeClr val="tx1"/>
                </a:solidFill>
                <a:latin typeface="+mn-lt"/>
              </a:defRPr>
            </a:lvl1pPr>
          </a:lstStyle>
          <a:p>
            <a:fld id="{D05BFB15-FC18-4DE5-A1D6-75E08CC6C47C}" type="slidenum">
              <a:rPr lang="en-GB" smtClean="0"/>
              <a:pPr/>
              <a:t>‹#›</a:t>
            </a:fld>
            <a:endParaRPr lang="en-GB"/>
          </a:p>
        </p:txBody>
      </p:sp>
    </p:spTree>
    <p:extLst>
      <p:ext uri="{BB962C8B-B14F-4D97-AF65-F5344CB8AC3E}">
        <p14:creationId xmlns:p14="http://schemas.microsoft.com/office/powerpoint/2010/main" val="249887095"/>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 id="2147483890" r:id="rId13"/>
    <p:sldLayoutId id="2147483891" r:id="rId14"/>
    <p:sldLayoutId id="2147483892" r:id="rId15"/>
    <p:sldLayoutId id="2147483893" r:id="rId16"/>
    <p:sldLayoutId id="2147483894" r:id="rId17"/>
    <p:sldLayoutId id="2147483895" r:id="rId18"/>
    <p:sldLayoutId id="2147483896" r:id="rId19"/>
    <p:sldLayoutId id="2147483897" r:id="rId20"/>
    <p:sldLayoutId id="2147483898" r:id="rId21"/>
    <p:sldLayoutId id="2147483899" r:id="rId22"/>
    <p:sldLayoutId id="2147483900" r:id="rId23"/>
    <p:sldLayoutId id="2147483901" r:id="rId24"/>
    <p:sldLayoutId id="2147483902" r:id="rId25"/>
    <p:sldLayoutId id="2147483903" r:id="rId26"/>
    <p:sldLayoutId id="2147483904" r:id="rId27"/>
    <p:sldLayoutId id="2147483905" r:id="rId28"/>
    <p:sldLayoutId id="2147483906" r:id="rId29"/>
    <p:sldLayoutId id="2147483907" r:id="rId30"/>
    <p:sldLayoutId id="2147483908" r:id="rId31"/>
    <p:sldLayoutId id="2147483909" r:id="rId32"/>
    <p:sldLayoutId id="2147483910" r:id="rId33"/>
    <p:sldLayoutId id="2147483911" r:id="rId34"/>
    <p:sldLayoutId id="2147483912" r:id="rId35"/>
    <p:sldLayoutId id="2147483913" r:id="rId36"/>
    <p:sldLayoutId id="2147483914" r:id="rId37"/>
    <p:sldLayoutId id="2147483915" r:id="rId38"/>
    <p:sldLayoutId id="2147483916" r:id="rId39"/>
    <p:sldLayoutId id="2147483917" r:id="rId40"/>
    <p:sldLayoutId id="2147483918" r:id="rId41"/>
    <p:sldLayoutId id="2147483919" r:id="rId42"/>
    <p:sldLayoutId id="2147483920" r:id="rId43"/>
    <p:sldLayoutId id="2147483921" r:id="rId44"/>
    <p:sldLayoutId id="2147483922" r:id="rId45"/>
    <p:sldLayoutId id="2147483923" r:id="rId46"/>
    <p:sldLayoutId id="2147483924" r:id="rId47"/>
    <p:sldLayoutId id="2147483925" r:id="rId48"/>
    <p:sldLayoutId id="2147483926" r:id="rId49"/>
    <p:sldLayoutId id="2147483927" r:id="rId50"/>
    <p:sldLayoutId id="2147483928" r:id="rId51"/>
    <p:sldLayoutId id="2147483929" r:id="rId52"/>
    <p:sldLayoutId id="2147483930" r:id="rId53"/>
    <p:sldLayoutId id="2147483931" r:id="rId54"/>
    <p:sldLayoutId id="2147483932" r:id="rId55"/>
    <p:sldLayoutId id="2147483933" r:id="rId56"/>
    <p:sldLayoutId id="2147483934" r:id="rId57"/>
    <p:sldLayoutId id="2147483935" r:id="rId58"/>
    <p:sldLayoutId id="2147483936" r:id="rId59"/>
    <p:sldLayoutId id="2147483937" r:id="rId60"/>
    <p:sldLayoutId id="2147483938" r:id="rId61"/>
    <p:sldLayoutId id="2147483939" r:id="rId62"/>
    <p:sldLayoutId id="2147483940" r:id="rId63"/>
    <p:sldLayoutId id="2147483941" r:id="rId64"/>
    <p:sldLayoutId id="2147483942" r:id="rId65"/>
    <p:sldLayoutId id="2147483943" r:id="rId66"/>
    <p:sldLayoutId id="2147483944" r:id="rId67"/>
    <p:sldLayoutId id="2147483945" r:id="rId68"/>
    <p:sldLayoutId id="2147483946" r:id="rId69"/>
    <p:sldLayoutId id="2147483947" r:id="rId70"/>
    <p:sldLayoutId id="2147483948" r:id="rId71"/>
    <p:sldLayoutId id="2147483949" r:id="rId72"/>
    <p:sldLayoutId id="2147483950" r:id="rId73"/>
    <p:sldLayoutId id="2147483951" r:id="rId74"/>
    <p:sldLayoutId id="2147483952" r:id="rId75"/>
    <p:sldLayoutId id="2147483953" r:id="rId76"/>
    <p:sldLayoutId id="2147483954" r:id="rId77"/>
    <p:sldLayoutId id="2147483955" r:id="rId78"/>
    <p:sldLayoutId id="2147483956" r:id="rId79"/>
    <p:sldLayoutId id="2147483957" r:id="rId80"/>
    <p:sldLayoutId id="2147483958" r:id="rId81"/>
    <p:sldLayoutId id="2147483959" r:id="rId82"/>
    <p:sldLayoutId id="2147483960" r:id="rId83"/>
    <p:sldLayoutId id="2147483961" r:id="rId84"/>
    <p:sldLayoutId id="2147483962" r:id="rId85"/>
    <p:sldLayoutId id="2147483963" r:id="rId86"/>
    <p:sldLayoutId id="2147483964" r:id="rId87"/>
    <p:sldLayoutId id="2147483965" r:id="rId88"/>
    <p:sldLayoutId id="2147483966" r:id="rId89"/>
    <p:sldLayoutId id="2147483967" r:id="rId90"/>
    <p:sldLayoutId id="2147483968" r:id="rId91"/>
    <p:sldLayoutId id="2147483969" r:id="rId92"/>
    <p:sldLayoutId id="2147483970" r:id="rId93"/>
    <p:sldLayoutId id="2147483971" r:id="rId94"/>
    <p:sldLayoutId id="2147483972" r:id="rId95"/>
    <p:sldLayoutId id="2147483973" r:id="rId96"/>
    <p:sldLayoutId id="2147483974" r:id="rId97"/>
    <p:sldLayoutId id="2147483975" r:id="rId98"/>
    <p:sldLayoutId id="2147483976" r:id="rId99"/>
    <p:sldLayoutId id="2147483977" r:id="rId100"/>
    <p:sldLayoutId id="2147483978" r:id="rId101"/>
    <p:sldLayoutId id="2147483979" r:id="rId10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13"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p:titleStyle>
    <p:bodyStyle>
      <a:lvl1pPr marL="0" indent="0" algn="l" defTabSz="914413"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13"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2pPr>
      <a:lvl3pPr marL="182566" indent="-182566" algn="l" defTabSz="914413"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358780" indent="-176216" algn="l" defTabSz="914413"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4pPr>
      <a:lvl5pPr marL="541345" indent="-182566" algn="l" defTabSz="914413"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36" indent="-228603" algn="l" defTabSz="91441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2" indent="-228603" algn="l" defTabSz="91441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9" indent="-228603" algn="l" defTabSz="91441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55" indent="-228603" algn="l" defTabSz="91441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3" rtl="0" eaLnBrk="1" latinLnBrk="0" hangingPunct="1">
        <a:defRPr sz="1800" kern="1200">
          <a:solidFill>
            <a:schemeClr val="tx1"/>
          </a:solidFill>
          <a:latin typeface="+mn-lt"/>
          <a:ea typeface="+mn-ea"/>
          <a:cs typeface="+mn-cs"/>
        </a:defRPr>
      </a:lvl1pPr>
      <a:lvl2pPr marL="457207" algn="l" defTabSz="914413" rtl="0" eaLnBrk="1" latinLnBrk="0" hangingPunct="1">
        <a:defRPr sz="1800" kern="1200">
          <a:solidFill>
            <a:schemeClr val="tx1"/>
          </a:solidFill>
          <a:latin typeface="+mn-lt"/>
          <a:ea typeface="+mn-ea"/>
          <a:cs typeface="+mn-cs"/>
        </a:defRPr>
      </a:lvl2pPr>
      <a:lvl3pPr marL="914413" algn="l" defTabSz="914413" rtl="0" eaLnBrk="1" latinLnBrk="0" hangingPunct="1">
        <a:defRPr sz="1800" kern="1200">
          <a:solidFill>
            <a:schemeClr val="tx1"/>
          </a:solidFill>
          <a:latin typeface="+mn-lt"/>
          <a:ea typeface="+mn-ea"/>
          <a:cs typeface="+mn-cs"/>
        </a:defRPr>
      </a:lvl3pPr>
      <a:lvl4pPr marL="1371620" algn="l" defTabSz="914413" rtl="0" eaLnBrk="1" latinLnBrk="0" hangingPunct="1">
        <a:defRPr sz="1800" kern="1200">
          <a:solidFill>
            <a:schemeClr val="tx1"/>
          </a:solidFill>
          <a:latin typeface="+mn-lt"/>
          <a:ea typeface="+mn-ea"/>
          <a:cs typeface="+mn-cs"/>
        </a:defRPr>
      </a:lvl4pPr>
      <a:lvl5pPr marL="1828826" algn="l" defTabSz="914413" rtl="0" eaLnBrk="1" latinLnBrk="0" hangingPunct="1">
        <a:defRPr sz="1800" kern="1200">
          <a:solidFill>
            <a:schemeClr val="tx1"/>
          </a:solidFill>
          <a:latin typeface="+mn-lt"/>
          <a:ea typeface="+mn-ea"/>
          <a:cs typeface="+mn-cs"/>
        </a:defRPr>
      </a:lvl5pPr>
      <a:lvl6pPr marL="2286033" algn="l" defTabSz="914413" rtl="0" eaLnBrk="1" latinLnBrk="0" hangingPunct="1">
        <a:defRPr sz="1800" kern="1200">
          <a:solidFill>
            <a:schemeClr val="tx1"/>
          </a:solidFill>
          <a:latin typeface="+mn-lt"/>
          <a:ea typeface="+mn-ea"/>
          <a:cs typeface="+mn-cs"/>
        </a:defRPr>
      </a:lvl6pPr>
      <a:lvl7pPr marL="2743239" algn="l" defTabSz="914413" rtl="0" eaLnBrk="1" latinLnBrk="0" hangingPunct="1">
        <a:defRPr sz="1800" kern="1200">
          <a:solidFill>
            <a:schemeClr val="tx1"/>
          </a:solidFill>
          <a:latin typeface="+mn-lt"/>
          <a:ea typeface="+mn-ea"/>
          <a:cs typeface="+mn-cs"/>
        </a:defRPr>
      </a:lvl7pPr>
      <a:lvl8pPr marL="3200446" algn="l" defTabSz="914413" rtl="0" eaLnBrk="1" latinLnBrk="0" hangingPunct="1">
        <a:defRPr sz="1800" kern="1200">
          <a:solidFill>
            <a:schemeClr val="tx1"/>
          </a:solidFill>
          <a:latin typeface="+mn-lt"/>
          <a:ea typeface="+mn-ea"/>
          <a:cs typeface="+mn-cs"/>
        </a:defRPr>
      </a:lvl8pPr>
      <a:lvl9pPr marL="3657652" algn="l" defTabSz="91441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46">
          <p15:clr>
            <a:srgbClr val="F26B43"/>
          </p15:clr>
        </p15:guide>
        <p15:guide id="18" pos="241">
          <p15:clr>
            <a:srgbClr val="F26B43"/>
          </p15:clr>
        </p15:guide>
        <p15:guide id="19" orient="horz" pos="3952">
          <p15:clr>
            <a:srgbClr val="F26B43"/>
          </p15:clr>
        </p15:guide>
        <p15:guide id="20" pos="7429">
          <p15:clr>
            <a:srgbClr val="F26B43"/>
          </p15:clr>
        </p15:guide>
        <p15:guide id="21" pos="1958">
          <p15:clr>
            <a:srgbClr val="F26B43"/>
          </p15:clr>
        </p15:guide>
        <p15:guide id="22" pos="2064">
          <p15:clr>
            <a:srgbClr val="F26B43"/>
          </p15:clr>
        </p15:guide>
        <p15:guide id="23" pos="3787">
          <p15:clr>
            <a:srgbClr val="F26B43"/>
          </p15:clr>
        </p15:guide>
        <p15:guide id="24" pos="3885">
          <p15:clr>
            <a:srgbClr val="F26B43"/>
          </p15:clr>
        </p15:guide>
        <p15:guide id="25" pos="5611">
          <p15:clr>
            <a:srgbClr val="F26B43"/>
          </p15:clr>
        </p15:guide>
        <p15:guide id="26" pos="5717">
          <p15:clr>
            <a:srgbClr val="F26B43"/>
          </p15:clr>
        </p15:guide>
        <p15:guide id="27" orient="horz" pos="1003">
          <p15:clr>
            <a:srgbClr val="F26B43"/>
          </p15:clr>
        </p15:guide>
        <p15:guide id="28" orient="horz" pos="890">
          <p15:clr>
            <a:srgbClr val="F26B43"/>
          </p15:clr>
        </p15:guide>
        <p15:guide id="29" orient="horz" pos="2364">
          <p15:clr>
            <a:srgbClr val="F26B43"/>
          </p15:clr>
        </p15:guide>
        <p15:guide id="30" orient="horz" pos="2478">
          <p15:clr>
            <a:srgbClr val="F26B43"/>
          </p15:clr>
        </p15:guide>
        <p15:guide id="31" orient="horz" pos="383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2.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10.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1.xml"/><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8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10.xml"/><Relationship Id="rId5" Type="http://schemas.openxmlformats.org/officeDocument/2006/relationships/image" Target="../media/image21.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6724-A4DF-D995-6A7E-F9CEEFF4ED45}"/>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CE5560F1-848A-5179-6A7A-EFDFB5935FBD}"/>
              </a:ext>
            </a:extLst>
          </p:cNvPr>
          <p:cNvPicPr>
            <a:picLocks noChangeAspect="1"/>
          </p:cNvPicPr>
          <p:nvPr/>
        </p:nvPicPr>
        <p:blipFill>
          <a:blip r:embed="rId3"/>
          <a:stretch>
            <a:fillRect/>
          </a:stretch>
        </p:blipFill>
        <p:spPr>
          <a:xfrm>
            <a:off x="616" y="0"/>
            <a:ext cx="12190767" cy="6858000"/>
          </a:xfrm>
          <a:prstGeom prst="rect">
            <a:avLst/>
          </a:prstGeom>
        </p:spPr>
      </p:pic>
      <p:sp>
        <p:nvSpPr>
          <p:cNvPr id="5" name="Title 1">
            <a:extLst>
              <a:ext uri="{FF2B5EF4-FFF2-40B4-BE49-F238E27FC236}">
                <a16:creationId xmlns:a16="http://schemas.microsoft.com/office/drawing/2014/main" id="{1478DBB9-E781-0E1E-0089-AB54892C0CAB}"/>
              </a:ext>
            </a:extLst>
          </p:cNvPr>
          <p:cNvSpPr txBox="1">
            <a:spLocks/>
          </p:cNvSpPr>
          <p:nvPr/>
        </p:nvSpPr>
        <p:spPr>
          <a:xfrm>
            <a:off x="205357" y="271110"/>
            <a:ext cx="9522538" cy="1943280"/>
          </a:xfrm>
          <a:prstGeom prst="roundRect">
            <a:avLst/>
          </a:prstGeom>
          <a:solidFill>
            <a:srgbClr val="F5B2F2"/>
          </a:solidFill>
          <a:effectLst>
            <a:outerShdw blurRad="50800" dist="38100" dir="2700000" algn="tl" rotWithShape="0">
              <a:prstClr val="black">
                <a:alpha val="40000"/>
              </a:prstClr>
            </a:outerShdw>
          </a:effectLst>
        </p:spPr>
        <p:txBody>
          <a:bodyPr vert="horz" anchor="t"/>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GB" sz="6000">
                <a:solidFill>
                  <a:prstClr val="black"/>
                </a:solidFill>
              </a:rPr>
              <a:t>London</a:t>
            </a:r>
            <a:r>
              <a:rPr kumimoji="0" lang="en-GB" sz="6000" b="1" i="0" u="none" strike="noStrike" kern="1200" cap="none" spc="0" normalizeH="0" baseline="0" noProof="0">
                <a:ln>
                  <a:noFill/>
                </a:ln>
                <a:solidFill>
                  <a:prstClr val="black"/>
                </a:solidFill>
                <a:effectLst/>
                <a:uLnTx/>
                <a:uFillTx/>
                <a:latin typeface="GT Ultra Median Lloyds Regular" pitchFamily="50" charset="0"/>
                <a:ea typeface="+mj-ea"/>
                <a:cs typeface="+mj-cs"/>
              </a:rPr>
              <a:t> Welcome Event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6000" b="1" i="0" u="none" strike="noStrike" kern="1200" cap="none" spc="0" normalizeH="0" baseline="0" noProof="0">
                <a:ln>
                  <a:noFill/>
                </a:ln>
                <a:solidFill>
                  <a:prstClr val="black"/>
                </a:solidFill>
                <a:effectLst/>
                <a:uLnTx/>
                <a:uFillTx/>
                <a:latin typeface="GT Ultra Median Lloyds Regular" pitchFamily="50" charset="0"/>
                <a:ea typeface="+mj-ea"/>
                <a:cs typeface="+mj-cs"/>
              </a:rPr>
              <a:t>Pre-Attendance Pack</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200" b="1" i="0" u="none" strike="noStrike" kern="1200" cap="none" spc="0" normalizeH="0" baseline="0" noProof="0">
              <a:ln>
                <a:noFill/>
              </a:ln>
              <a:solidFill>
                <a:prstClr val="black"/>
              </a:solidFill>
              <a:effectLst/>
              <a:uLnTx/>
              <a:uFillTx/>
              <a:latin typeface="GT Ultra Median Lloyds Regular" pitchFamily="50" charset="0"/>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6000" b="1" i="0" u="none" strike="noStrike" kern="1200" cap="none" spc="0" normalizeH="0" baseline="0" noProof="0">
                <a:ln>
                  <a:noFill/>
                </a:ln>
                <a:solidFill>
                  <a:prstClr val="black"/>
                </a:solidFill>
                <a:effectLst/>
                <a:uLnTx/>
                <a:uFillTx/>
                <a:latin typeface="GT Ultra Median Lloyds Regular" pitchFamily="50" charset="0"/>
                <a:ea typeface="+mj-ea"/>
                <a:cs typeface="+mj-cs"/>
              </a:rPr>
              <a:t>3 September 2026</a:t>
            </a:r>
          </a:p>
        </p:txBody>
      </p:sp>
      <p:pic>
        <p:nvPicPr>
          <p:cNvPr id="20" name="Picture 19">
            <a:extLst>
              <a:ext uri="{FF2B5EF4-FFF2-40B4-BE49-F238E27FC236}">
                <a16:creationId xmlns:a16="http://schemas.microsoft.com/office/drawing/2014/main" id="{8AC85E1E-33FC-03E0-BEE4-20F6DBAC92EA}"/>
              </a:ext>
            </a:extLst>
          </p:cNvPr>
          <p:cNvPicPr>
            <a:picLocks noChangeAspect="1"/>
          </p:cNvPicPr>
          <p:nvPr/>
        </p:nvPicPr>
        <p:blipFill>
          <a:blip r:embed="rId4"/>
          <a:stretch>
            <a:fillRect/>
          </a:stretch>
        </p:blipFill>
        <p:spPr>
          <a:xfrm>
            <a:off x="10619539" y="5933946"/>
            <a:ext cx="1571844" cy="924054"/>
          </a:xfrm>
          <a:prstGeom prst="rect">
            <a:avLst/>
          </a:prstGeom>
        </p:spPr>
      </p:pic>
      <p:sp>
        <p:nvSpPr>
          <p:cNvPr id="27" name="Title 1">
            <a:extLst>
              <a:ext uri="{FF2B5EF4-FFF2-40B4-BE49-F238E27FC236}">
                <a16:creationId xmlns:a16="http://schemas.microsoft.com/office/drawing/2014/main" id="{D2573B31-6F8F-DF1A-33C6-CC918C64AB95}"/>
              </a:ext>
            </a:extLst>
          </p:cNvPr>
          <p:cNvSpPr txBox="1">
            <a:spLocks/>
          </p:cNvSpPr>
          <p:nvPr/>
        </p:nvSpPr>
        <p:spPr>
          <a:xfrm>
            <a:off x="0" y="6158504"/>
            <a:ext cx="8275898" cy="2116836"/>
          </a:xfrm>
          <a:prstGeom prst="rect">
            <a:avLst/>
          </a:prstGeom>
        </p:spPr>
        <p:txBody>
          <a:bodyPr vert="horz"/>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1" i="0" u="none" strike="noStrike" kern="1200" cap="none" spc="0" normalizeH="0" baseline="0" noProof="0">
                <a:ln>
                  <a:noFill/>
                </a:ln>
                <a:solidFill>
                  <a:prstClr val="black"/>
                </a:solidFill>
                <a:effectLst/>
                <a:uLnTx/>
                <a:uFillTx/>
                <a:latin typeface="GT Ultra Median Lloyds Regular" pitchFamily="50" charset="0"/>
                <a:ea typeface="+mj-ea"/>
                <a:cs typeface="+mj-cs"/>
              </a:rPr>
              <a:t>Mind the gap. Grab your moment</a:t>
            </a:r>
          </a:p>
        </p:txBody>
      </p:sp>
    </p:spTree>
    <p:extLst>
      <p:ext uri="{BB962C8B-B14F-4D97-AF65-F5344CB8AC3E}">
        <p14:creationId xmlns:p14="http://schemas.microsoft.com/office/powerpoint/2010/main" val="3628058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12AD-A730-0439-20DE-53970D49773D}"/>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66805A3C-C0BC-C520-0D84-0F978E46B3A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76737" y="221166"/>
            <a:ext cx="716750" cy="673888"/>
          </a:xfrm>
          <a:prstGeom prst="rect">
            <a:avLst/>
          </a:prstGeom>
        </p:spPr>
      </p:pic>
      <p:sp>
        <p:nvSpPr>
          <p:cNvPr id="3" name="Title 2">
            <a:extLst>
              <a:ext uri="{FF2B5EF4-FFF2-40B4-BE49-F238E27FC236}">
                <a16:creationId xmlns:a16="http://schemas.microsoft.com/office/drawing/2014/main" id="{ED743DA1-BD79-AFB1-7EE9-D5F67A90D1CE}"/>
              </a:ext>
            </a:extLst>
          </p:cNvPr>
          <p:cNvSpPr>
            <a:spLocks noGrp="1"/>
          </p:cNvSpPr>
          <p:nvPr>
            <p:ph type="title"/>
          </p:nvPr>
        </p:nvSpPr>
        <p:spPr>
          <a:xfrm>
            <a:off x="236100" y="217637"/>
            <a:ext cx="11410850" cy="998846"/>
          </a:xfrm>
        </p:spPr>
        <p:txBody>
          <a:bodyPr vert="horz"/>
          <a:lstStyle/>
          <a:p>
            <a:r>
              <a:rPr lang="en-GB"/>
              <a:t>What We’ll Cover in This Pack</a:t>
            </a:r>
          </a:p>
        </p:txBody>
      </p:sp>
      <p:sp>
        <p:nvSpPr>
          <p:cNvPr id="2" name="Content Placeholder 1">
            <a:extLst>
              <a:ext uri="{FF2B5EF4-FFF2-40B4-BE49-F238E27FC236}">
                <a16:creationId xmlns:a16="http://schemas.microsoft.com/office/drawing/2014/main" id="{A0966D5D-0578-3B0F-0996-942ABB074A21}"/>
              </a:ext>
            </a:extLst>
          </p:cNvPr>
          <p:cNvSpPr>
            <a:spLocks noGrp="1"/>
          </p:cNvSpPr>
          <p:nvPr>
            <p:ph sz="quarter" idx="13"/>
          </p:nvPr>
        </p:nvSpPr>
        <p:spPr>
          <a:xfrm>
            <a:off x="3213370" y="1543434"/>
            <a:ext cx="2725714" cy="2167587"/>
          </a:xfrm>
          <a:solidFill>
            <a:srgbClr val="FFB16A"/>
          </a:solidFill>
          <a:effectLst>
            <a:outerShdw blurRad="50800" dist="38100" dir="2700000" algn="tl" rotWithShape="0">
              <a:prstClr val="black">
                <a:alpha val="40000"/>
              </a:prstClr>
            </a:outerShdw>
          </a:effectLst>
        </p:spPr>
        <p:txBody>
          <a:bodyPr/>
          <a:lstStyle/>
          <a:p>
            <a:r>
              <a:rPr lang="en-GB"/>
              <a:t>01.</a:t>
            </a:r>
          </a:p>
          <a:p>
            <a:r>
              <a:rPr lang="en-GB"/>
              <a:t>An Introduction to The Day</a:t>
            </a:r>
          </a:p>
        </p:txBody>
      </p:sp>
      <p:sp>
        <p:nvSpPr>
          <p:cNvPr id="32" name="Content Placeholder 31">
            <a:extLst>
              <a:ext uri="{FF2B5EF4-FFF2-40B4-BE49-F238E27FC236}">
                <a16:creationId xmlns:a16="http://schemas.microsoft.com/office/drawing/2014/main" id="{A02EEE8A-6CF6-E26A-789D-12F883FC6E8B}"/>
              </a:ext>
            </a:extLst>
          </p:cNvPr>
          <p:cNvSpPr>
            <a:spLocks noGrp="1"/>
          </p:cNvSpPr>
          <p:nvPr>
            <p:ph sz="quarter" idx="14"/>
          </p:nvPr>
        </p:nvSpPr>
        <p:spPr>
          <a:xfrm>
            <a:off x="6108945" y="1543434"/>
            <a:ext cx="2725714" cy="2167587"/>
          </a:xfrm>
          <a:solidFill>
            <a:srgbClr val="A19FFF"/>
          </a:solidFill>
          <a:effectLst>
            <a:outerShdw blurRad="50800" dist="38100" dir="2700000" algn="tl" rotWithShape="0">
              <a:prstClr val="black">
                <a:alpha val="40000"/>
              </a:prstClr>
            </a:outerShdw>
          </a:effectLst>
        </p:spPr>
        <p:txBody>
          <a:bodyPr/>
          <a:lstStyle/>
          <a:p>
            <a:r>
              <a:rPr lang="en-GB"/>
              <a:t>02.</a:t>
            </a:r>
          </a:p>
          <a:p>
            <a:r>
              <a:rPr lang="en-GB"/>
              <a:t>Venue Information</a:t>
            </a:r>
          </a:p>
          <a:p>
            <a:endParaRPr lang="en-GB"/>
          </a:p>
        </p:txBody>
      </p:sp>
      <p:sp>
        <p:nvSpPr>
          <p:cNvPr id="33" name="Content Placeholder 32">
            <a:extLst>
              <a:ext uri="{FF2B5EF4-FFF2-40B4-BE49-F238E27FC236}">
                <a16:creationId xmlns:a16="http://schemas.microsoft.com/office/drawing/2014/main" id="{4B0035C5-AE62-B104-7ECB-A7722C0E6D8A}"/>
              </a:ext>
            </a:extLst>
          </p:cNvPr>
          <p:cNvSpPr>
            <a:spLocks noGrp="1"/>
          </p:cNvSpPr>
          <p:nvPr>
            <p:ph sz="quarter" idx="15"/>
          </p:nvPr>
        </p:nvSpPr>
        <p:spPr>
          <a:xfrm>
            <a:off x="3215436" y="3882351"/>
            <a:ext cx="2725714" cy="2167587"/>
          </a:xfrm>
          <a:solidFill>
            <a:srgbClr val="C7FFC6"/>
          </a:solidFill>
          <a:effectLst>
            <a:outerShdw blurRad="50800" dist="38100" dir="2700000" algn="tl" rotWithShape="0">
              <a:prstClr val="black">
                <a:alpha val="40000"/>
              </a:prstClr>
            </a:outerShdw>
          </a:effectLst>
        </p:spPr>
        <p:txBody>
          <a:bodyPr/>
          <a:lstStyle/>
          <a:p>
            <a:r>
              <a:rPr lang="en-GB"/>
              <a:t>03.</a:t>
            </a:r>
          </a:p>
          <a:p>
            <a:r>
              <a:rPr lang="en-GB"/>
              <a:t>Travelling to Our London Site</a:t>
            </a:r>
          </a:p>
          <a:p>
            <a:endParaRPr lang="en-GB"/>
          </a:p>
        </p:txBody>
      </p:sp>
      <p:sp>
        <p:nvSpPr>
          <p:cNvPr id="35" name="Content Placeholder 34">
            <a:extLst>
              <a:ext uri="{FF2B5EF4-FFF2-40B4-BE49-F238E27FC236}">
                <a16:creationId xmlns:a16="http://schemas.microsoft.com/office/drawing/2014/main" id="{07C83C95-2C86-0D89-AAB5-4FB307FEA898}"/>
              </a:ext>
            </a:extLst>
          </p:cNvPr>
          <p:cNvSpPr>
            <a:spLocks noGrp="1"/>
          </p:cNvSpPr>
          <p:nvPr>
            <p:ph sz="quarter" idx="17"/>
          </p:nvPr>
        </p:nvSpPr>
        <p:spPr>
          <a:xfrm>
            <a:off x="6104098" y="3880213"/>
            <a:ext cx="2725714" cy="2167587"/>
          </a:xfrm>
          <a:solidFill>
            <a:srgbClr val="F5B2F2"/>
          </a:solidFill>
          <a:effectLst>
            <a:outerShdw blurRad="50800" dist="38100" dir="2700000" algn="tl" rotWithShape="0">
              <a:prstClr val="black">
                <a:alpha val="40000"/>
              </a:prstClr>
            </a:outerShdw>
          </a:effectLst>
        </p:spPr>
        <p:txBody>
          <a:bodyPr vert="horz" wrap="square" lIns="144000" tIns="144000" rIns="252000" bIns="36000" rtlCol="0" anchor="t">
            <a:noAutofit/>
          </a:bodyPr>
          <a:lstStyle/>
          <a:p>
            <a:r>
              <a:rPr lang="en-GB"/>
              <a:t>04.</a:t>
            </a:r>
          </a:p>
          <a:p>
            <a:r>
              <a:rPr lang="en-GB"/>
              <a:t>Structure of the Day</a:t>
            </a:r>
          </a:p>
          <a:p>
            <a:endParaRPr lang="en-GB"/>
          </a:p>
        </p:txBody>
      </p:sp>
      <p:sp>
        <p:nvSpPr>
          <p:cNvPr id="5" name="Slide Number Placeholder 4">
            <a:extLst>
              <a:ext uri="{FF2B5EF4-FFF2-40B4-BE49-F238E27FC236}">
                <a16:creationId xmlns:a16="http://schemas.microsoft.com/office/drawing/2014/main" id="{F334FC22-96F2-8817-01FE-AB54AEB81966}"/>
              </a:ext>
            </a:extLst>
          </p:cNvPr>
          <p:cNvSpPr>
            <a:spLocks noGrp="1"/>
          </p:cNvSpPr>
          <p:nvPr>
            <p:ph type="sldNum" sz="quarter" idx="11"/>
          </p:nvPr>
        </p:nvSpPr>
        <p:spPr>
          <a:xfrm>
            <a:off x="11481517" y="6552028"/>
            <a:ext cx="311971" cy="152468"/>
          </a:xfrm>
        </p:spPr>
        <p:txBody>
          <a:bodyPr/>
          <a:lstStyle/>
          <a:p>
            <a:pPr defTabSz="914413"/>
            <a:fld id="{D05BFB15-FC18-4DE5-A1D6-75E08CC6C47C}" type="slidenum">
              <a:rPr lang="en-GB">
                <a:solidFill>
                  <a:prstClr val="black"/>
                </a:solidFill>
                <a:latin typeface="GT Ultra Lloyds Regular"/>
              </a:rPr>
              <a:pPr defTabSz="914413"/>
              <a:t>2</a:t>
            </a:fld>
            <a:endParaRPr lang="en-GB">
              <a:solidFill>
                <a:prstClr val="black"/>
              </a:solidFill>
              <a:latin typeface="GT Ultra Lloyds Regular"/>
            </a:endParaRPr>
          </a:p>
        </p:txBody>
      </p:sp>
    </p:spTree>
    <p:extLst>
      <p:ext uri="{BB962C8B-B14F-4D97-AF65-F5344CB8AC3E}">
        <p14:creationId xmlns:p14="http://schemas.microsoft.com/office/powerpoint/2010/main" val="422652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A8C2E-25AE-7247-EA98-30558498B8BA}"/>
            </a:ext>
          </a:extLst>
        </p:cNvPr>
        <p:cNvGrpSpPr/>
        <p:nvPr/>
      </p:nvGrpSpPr>
      <p:grpSpPr>
        <a:xfrm>
          <a:off x="0" y="0"/>
          <a:ext cx="0" cy="0"/>
          <a:chOff x="0" y="0"/>
          <a:chExt cx="0" cy="0"/>
        </a:xfrm>
      </p:grpSpPr>
      <p:sp>
        <p:nvSpPr>
          <p:cNvPr id="13" name="Text Placeholder 2">
            <a:extLst>
              <a:ext uri="{FF2B5EF4-FFF2-40B4-BE49-F238E27FC236}">
                <a16:creationId xmlns:a16="http://schemas.microsoft.com/office/drawing/2014/main" id="{50A8BF2E-0D70-A4DA-DF4A-D71E5F91367B}"/>
              </a:ext>
            </a:extLst>
          </p:cNvPr>
          <p:cNvSpPr>
            <a:spLocks noGrp="1"/>
          </p:cNvSpPr>
          <p:nvPr>
            <p:ph type="body" sz="quarter" idx="14"/>
          </p:nvPr>
        </p:nvSpPr>
        <p:spPr>
          <a:xfrm>
            <a:off x="6645266" y="1774854"/>
            <a:ext cx="5148173" cy="4219501"/>
          </a:xfrm>
        </p:spPr>
        <p:txBody>
          <a:bodyPr/>
          <a:lstStyle/>
          <a:p>
            <a:endParaRPr lang="en-US"/>
          </a:p>
        </p:txBody>
      </p:sp>
      <p:sp>
        <p:nvSpPr>
          <p:cNvPr id="15" name="Text Placeholder 3">
            <a:extLst>
              <a:ext uri="{FF2B5EF4-FFF2-40B4-BE49-F238E27FC236}">
                <a16:creationId xmlns:a16="http://schemas.microsoft.com/office/drawing/2014/main" id="{45039F27-345B-C673-6BD8-B1137500674C}"/>
              </a:ext>
            </a:extLst>
          </p:cNvPr>
          <p:cNvSpPr>
            <a:spLocks noGrp="1"/>
          </p:cNvSpPr>
          <p:nvPr>
            <p:ph type="body" sz="quarter" idx="15"/>
          </p:nvPr>
        </p:nvSpPr>
        <p:spPr>
          <a:xfrm>
            <a:off x="6645264" y="6042113"/>
            <a:ext cx="5148173" cy="323994"/>
          </a:xfrm>
        </p:spPr>
        <p:txBody>
          <a:bodyPr/>
          <a:lstStyle/>
          <a:p>
            <a:endParaRPr lang="en-US"/>
          </a:p>
        </p:txBody>
      </p:sp>
      <p:sp>
        <p:nvSpPr>
          <p:cNvPr id="3" name="Slide Number Placeholder 2">
            <a:extLst>
              <a:ext uri="{FF2B5EF4-FFF2-40B4-BE49-F238E27FC236}">
                <a16:creationId xmlns:a16="http://schemas.microsoft.com/office/drawing/2014/main" id="{206D95E9-8256-3AD1-828B-7823738D5D9D}"/>
              </a:ext>
            </a:extLst>
          </p:cNvPr>
          <p:cNvSpPr>
            <a:spLocks noGrp="1"/>
          </p:cNvSpPr>
          <p:nvPr>
            <p:ph type="sldNum" sz="quarter" idx="11"/>
          </p:nvPr>
        </p:nvSpPr>
        <p:spPr>
          <a:xfrm>
            <a:off x="11481470" y="6458693"/>
            <a:ext cx="311968" cy="152467"/>
          </a:xfrm>
        </p:spPr>
        <p:txBody>
          <a:bodyPr anchor="ctr">
            <a:normAutofit/>
          </a:bodyPr>
          <a:lstStyle/>
          <a:p>
            <a:pPr marL="0" marR="0" lvl="0" indent="0" algn="r" defTabSz="914426" rtl="0" eaLnBrk="1" fontAlgn="auto" latinLnBrk="0" hangingPunct="1">
              <a:lnSpc>
                <a:spcPct val="100000"/>
              </a:lnSpc>
              <a:spcBef>
                <a:spcPts val="0"/>
              </a:spcBef>
              <a:spcAft>
                <a:spcPts val="600"/>
              </a:spcAft>
              <a:buClrTx/>
              <a:buSzTx/>
              <a:buFontTx/>
              <a:buNone/>
              <a:tabLst/>
              <a:defRPr/>
            </a:pPr>
            <a:fld id="{D05BFB15-FC18-4DE5-A1D6-75E08CC6C47C}" type="slidenum">
              <a:rPr kumimoji="0" lang="en-GB" sz="800" b="0" i="0" u="none" strike="noStrike" kern="0" cap="none" spc="0" normalizeH="0" baseline="0" noProof="0">
                <a:ln>
                  <a:noFill/>
                </a:ln>
                <a:solidFill>
                  <a:prstClr val="white"/>
                </a:solidFill>
                <a:effectLst/>
                <a:uLnTx/>
                <a:uFillTx/>
                <a:latin typeface="GT Ultra Lloyds Regular"/>
                <a:ea typeface="+mn-ea"/>
                <a:cs typeface="+mn-cs"/>
              </a:rPr>
              <a:pPr marL="0" marR="0" lvl="0" indent="0" algn="r" defTabSz="914426" rtl="0" eaLnBrk="1" fontAlgn="auto" latinLnBrk="0" hangingPunct="1">
                <a:lnSpc>
                  <a:spcPct val="100000"/>
                </a:lnSpc>
                <a:spcBef>
                  <a:spcPts val="0"/>
                </a:spcBef>
                <a:spcAft>
                  <a:spcPts val="600"/>
                </a:spcAft>
                <a:buClrTx/>
                <a:buSzTx/>
                <a:buFontTx/>
                <a:buNone/>
                <a:tabLst/>
                <a:defRPr/>
              </a:pPr>
              <a:t>3</a:t>
            </a:fld>
            <a:endParaRPr kumimoji="0" lang="en-GB" sz="800" b="0" i="0" u="none" strike="noStrike" kern="0" cap="none" spc="0" normalizeH="0" baseline="0" noProof="0">
              <a:ln>
                <a:noFill/>
              </a:ln>
              <a:solidFill>
                <a:prstClr val="white"/>
              </a:solidFill>
              <a:effectLst/>
              <a:uLnTx/>
              <a:uFillTx/>
              <a:latin typeface="GT Ultra Lloyds Regular"/>
              <a:ea typeface="+mn-ea"/>
              <a:cs typeface="+mn-cs"/>
            </a:endParaRPr>
          </a:p>
        </p:txBody>
      </p:sp>
      <p:sp>
        <p:nvSpPr>
          <p:cNvPr id="9" name="Rectangle 8">
            <a:extLst>
              <a:ext uri="{FF2B5EF4-FFF2-40B4-BE49-F238E27FC236}">
                <a16:creationId xmlns:a16="http://schemas.microsoft.com/office/drawing/2014/main" id="{E55046E0-64A3-3E30-5ED1-8A534FED88E3}"/>
              </a:ext>
              <a:ext uri="{C183D7F6-B498-43B3-948B-1728B52AA6E4}">
                <adec:decorative xmlns:adec="http://schemas.microsoft.com/office/drawing/2017/decorative" val="1"/>
              </a:ext>
            </a:extLst>
          </p:cNvPr>
          <p:cNvSpPr/>
          <p:nvPr/>
        </p:nvSpPr>
        <p:spPr>
          <a:xfrm>
            <a:off x="4105108" y="61"/>
            <a:ext cx="8134835" cy="68578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26"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T Ultra Lloyds Regular"/>
              <a:ea typeface="+mn-ea"/>
              <a:cs typeface="+mn-cs"/>
            </a:endParaRPr>
          </a:p>
        </p:txBody>
      </p:sp>
      <p:sp>
        <p:nvSpPr>
          <p:cNvPr id="28" name="Title 1">
            <a:extLst>
              <a:ext uri="{FF2B5EF4-FFF2-40B4-BE49-F238E27FC236}">
                <a16:creationId xmlns:a16="http://schemas.microsoft.com/office/drawing/2014/main" id="{7B70EF78-245A-4DE3-3229-FE95938511F1}"/>
              </a:ext>
            </a:extLst>
          </p:cNvPr>
          <p:cNvSpPr txBox="1">
            <a:spLocks/>
          </p:cNvSpPr>
          <p:nvPr/>
        </p:nvSpPr>
        <p:spPr>
          <a:xfrm>
            <a:off x="4311490" y="181427"/>
            <a:ext cx="6489778" cy="2335648"/>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marL="0" marR="0" lvl="0" indent="0" algn="l" defTabSz="914426"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a:ln>
                  <a:noFill/>
                </a:ln>
                <a:solidFill>
                  <a:prstClr val="black"/>
                </a:solidFill>
                <a:effectLst/>
                <a:uLnTx/>
                <a:uFillTx/>
                <a:latin typeface="GT Ultra Median Lloyds Regular" pitchFamily="50" charset="0"/>
                <a:ea typeface="+mj-ea"/>
                <a:cs typeface="+mj-cs"/>
              </a:rPr>
              <a:t>What will the PDP cover?</a:t>
            </a:r>
          </a:p>
          <a:p>
            <a:pPr marL="0" marR="0" lvl="0" indent="0" algn="l" defTabSz="914426"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a:ln>
                <a:noFill/>
              </a:ln>
              <a:solidFill>
                <a:prstClr val="black"/>
              </a:solidFill>
              <a:effectLst/>
              <a:uLnTx/>
              <a:uFillTx/>
              <a:latin typeface="GT Ultra Median Lloyds Regular" pitchFamily="50" charset="0"/>
              <a:ea typeface="+mj-ea"/>
              <a:cs typeface="+mj-cs"/>
            </a:endParaRPr>
          </a:p>
        </p:txBody>
      </p:sp>
      <p:sp>
        <p:nvSpPr>
          <p:cNvPr id="23" name="object 7">
            <a:extLst>
              <a:ext uri="{FF2B5EF4-FFF2-40B4-BE49-F238E27FC236}">
                <a16:creationId xmlns:a16="http://schemas.microsoft.com/office/drawing/2014/main" id="{7CE34805-D50F-E6AF-C64A-DDD946E61EB1}"/>
              </a:ext>
              <a:ext uri="{C183D7F6-B498-43B3-948B-1728B52AA6E4}">
                <adec:decorative xmlns:adec="http://schemas.microsoft.com/office/drawing/2017/decorative" val="0"/>
              </a:ext>
            </a:extLst>
          </p:cNvPr>
          <p:cNvSpPr/>
          <p:nvPr/>
        </p:nvSpPr>
        <p:spPr>
          <a:xfrm>
            <a:off x="4761853" y="1292923"/>
            <a:ext cx="3305787" cy="2451253"/>
          </a:xfrm>
          <a:prstGeom prst="roundRect">
            <a:avLst>
              <a:gd name="adj" fmla="val 5835"/>
            </a:avLst>
          </a:prstGeom>
          <a:solidFill>
            <a:srgbClr val="11B67A"/>
          </a:solidFill>
          <a:effectLst>
            <a:outerShdw blurRad="50800" dist="38100" dir="2700000" algn="tl" rotWithShape="0">
              <a:prstClr val="black">
                <a:alpha val="40000"/>
              </a:prstClr>
            </a:outerShdw>
          </a:effectLst>
        </p:spPr>
        <p:txBody>
          <a:bodyPr wrap="square" lIns="71999" tIns="71999" rIns="36000" bIns="89998" rtlCol="0" anchor="ctr"/>
          <a:lstStyle/>
          <a:p>
            <a:pPr marL="0" marR="0" lvl="0" indent="0" algn="ctr" defTabSz="914426" rtl="0" eaLnBrk="1" fontAlgn="auto" latinLnBrk="0" hangingPunct="1">
              <a:lnSpc>
                <a:spcPct val="100000"/>
              </a:lnSpc>
              <a:spcBef>
                <a:spcPts val="0"/>
              </a:spcBef>
              <a:spcAft>
                <a:spcPts val="0"/>
              </a:spcAft>
              <a:buClrTx/>
              <a:buSzTx/>
              <a:buFontTx/>
              <a:buNone/>
              <a:tabLst/>
              <a:defRPr/>
            </a:pPr>
            <a:r>
              <a:rPr kumimoji="0" lang="en-GB" sz="1800" b="1" i="0" u="none" strike="noStrike" kern="0" cap="none" spc="-10" normalizeH="0" baseline="0" noProof="0">
                <a:ln>
                  <a:noFill/>
                </a:ln>
                <a:solidFill>
                  <a:srgbClr val="323233"/>
                </a:solidFill>
                <a:effectLst/>
                <a:uLnTx/>
                <a:uFillTx/>
                <a:latin typeface="GT Ultra Median Lloyds Regular"/>
                <a:ea typeface="+mn-ea"/>
                <a:cs typeface="GT Ultra Median Lloyds Regular"/>
              </a:rPr>
              <a:t>Understand disability and neurodiversity  in a work context</a:t>
            </a:r>
            <a:endParaRPr kumimoji="0" lang="en-GB" sz="1800" b="0" i="0" u="sng" strike="noStrike" kern="0" cap="none" spc="-10" normalizeH="0" baseline="0" noProof="0">
              <a:ln>
                <a:noFill/>
              </a:ln>
              <a:solidFill>
                <a:srgbClr val="323233"/>
              </a:solidFill>
              <a:effectLst/>
              <a:uLnTx/>
              <a:uFillTx/>
              <a:latin typeface="GT Ultra Lloyds Regular"/>
              <a:ea typeface="+mn-ea"/>
              <a:cs typeface="GT Ultra Median Lloyds Regular"/>
            </a:endParaRPr>
          </a:p>
        </p:txBody>
      </p:sp>
      <p:sp>
        <p:nvSpPr>
          <p:cNvPr id="25" name="object 7">
            <a:extLst>
              <a:ext uri="{FF2B5EF4-FFF2-40B4-BE49-F238E27FC236}">
                <a16:creationId xmlns:a16="http://schemas.microsoft.com/office/drawing/2014/main" id="{EFF5A48E-FC15-96A1-0A1A-0C58387DC466}"/>
              </a:ext>
              <a:ext uri="{C183D7F6-B498-43B3-948B-1728B52AA6E4}">
                <adec:decorative xmlns:adec="http://schemas.microsoft.com/office/drawing/2017/decorative" val="0"/>
              </a:ext>
            </a:extLst>
          </p:cNvPr>
          <p:cNvSpPr/>
          <p:nvPr/>
        </p:nvSpPr>
        <p:spPr>
          <a:xfrm>
            <a:off x="8395566" y="1292923"/>
            <a:ext cx="3305787" cy="2451253"/>
          </a:xfrm>
          <a:prstGeom prst="roundRect">
            <a:avLst>
              <a:gd name="adj" fmla="val 5835"/>
            </a:avLst>
          </a:prstGeom>
          <a:solidFill>
            <a:srgbClr val="5FBD67"/>
          </a:solidFill>
          <a:effectLst>
            <a:outerShdw blurRad="50800" dist="38100" dir="2700000" algn="tl" rotWithShape="0">
              <a:prstClr val="black">
                <a:alpha val="40000"/>
              </a:prstClr>
            </a:outerShdw>
          </a:effectLst>
        </p:spPr>
        <p:txBody>
          <a:bodyPr wrap="square" lIns="71999" tIns="71999" rIns="36000" bIns="89998" rtlCol="0" anchor="ctr"/>
          <a:lstStyle/>
          <a:p>
            <a:pPr marL="0" marR="0" lvl="0" indent="0" algn="ctr" defTabSz="914426" rtl="0" eaLnBrk="1" fontAlgn="auto" latinLnBrk="0" hangingPunct="1">
              <a:lnSpc>
                <a:spcPct val="100000"/>
              </a:lnSpc>
              <a:spcBef>
                <a:spcPts val="0"/>
              </a:spcBef>
              <a:spcAft>
                <a:spcPts val="0"/>
              </a:spcAft>
              <a:buClrTx/>
              <a:buSzTx/>
              <a:buFontTx/>
              <a:buNone/>
              <a:tabLst/>
              <a:defRPr/>
            </a:pPr>
            <a:r>
              <a:rPr kumimoji="0" lang="en-GB" sz="1800" b="1" i="0" u="none" strike="noStrike" kern="0" cap="none" spc="-10" normalizeH="0" baseline="0" noProof="0">
                <a:ln>
                  <a:noFill/>
                </a:ln>
                <a:solidFill>
                  <a:srgbClr val="024731"/>
                </a:solidFill>
                <a:effectLst/>
                <a:uLnTx/>
                <a:uFillTx/>
                <a:latin typeface="GT Ultra Median Lloyds Regular"/>
                <a:ea typeface="+mn-ea"/>
                <a:cs typeface="GT Ultra Median Lloyds Regular"/>
              </a:rPr>
              <a:t>Develop strategies to support navigate the evolving workplace</a:t>
            </a:r>
            <a:endParaRPr kumimoji="0" lang="en-GB" sz="1800" b="0" i="0" u="none" strike="noStrike" kern="0" cap="none" spc="0" normalizeH="0" baseline="0" noProof="0">
              <a:ln>
                <a:noFill/>
              </a:ln>
              <a:solidFill>
                <a:srgbClr val="024731"/>
              </a:solidFill>
              <a:effectLst/>
              <a:uLnTx/>
              <a:uFillTx/>
              <a:latin typeface="GT Ultra Lloyds Regular"/>
              <a:ea typeface="+mn-ea"/>
              <a:cs typeface="+mn-cs"/>
            </a:endParaRPr>
          </a:p>
        </p:txBody>
      </p:sp>
      <p:sp>
        <p:nvSpPr>
          <p:cNvPr id="21" name="object 7">
            <a:extLst>
              <a:ext uri="{FF2B5EF4-FFF2-40B4-BE49-F238E27FC236}">
                <a16:creationId xmlns:a16="http://schemas.microsoft.com/office/drawing/2014/main" id="{596A4852-E156-3204-2E0E-A82473BA3B8B}"/>
              </a:ext>
              <a:ext uri="{C183D7F6-B498-43B3-948B-1728B52AA6E4}">
                <adec:decorative xmlns:adec="http://schemas.microsoft.com/office/drawing/2017/decorative" val="0"/>
              </a:ext>
            </a:extLst>
          </p:cNvPr>
          <p:cNvSpPr/>
          <p:nvPr/>
        </p:nvSpPr>
        <p:spPr>
          <a:xfrm>
            <a:off x="4806010" y="4087980"/>
            <a:ext cx="3261630" cy="2451253"/>
          </a:xfrm>
          <a:prstGeom prst="roundRect">
            <a:avLst>
              <a:gd name="adj" fmla="val 5835"/>
            </a:avLst>
          </a:prstGeom>
          <a:solidFill>
            <a:srgbClr val="C7FFC6"/>
          </a:solidFill>
          <a:effectLst>
            <a:outerShdw blurRad="50800" dist="38100" dir="2700000" algn="tl" rotWithShape="0">
              <a:prstClr val="black">
                <a:alpha val="40000"/>
              </a:prstClr>
            </a:outerShdw>
          </a:effectLst>
        </p:spPr>
        <p:txBody>
          <a:bodyPr wrap="square" lIns="71999" tIns="71999" rIns="71999" bIns="89998" rtlCol="0" anchor="ctr"/>
          <a:lstStyle/>
          <a:p>
            <a:pPr marL="0" marR="0" lvl="0" indent="0" algn="ctr" defTabSz="914426" rtl="0" eaLnBrk="1" fontAlgn="auto" latinLnBrk="0" hangingPunct="1">
              <a:lnSpc>
                <a:spcPct val="100000"/>
              </a:lnSpc>
              <a:spcBef>
                <a:spcPts val="0"/>
              </a:spcBef>
              <a:spcAft>
                <a:spcPts val="0"/>
              </a:spcAft>
              <a:buClrTx/>
              <a:buSzTx/>
              <a:buFontTx/>
              <a:buNone/>
              <a:tabLst/>
              <a:defRPr/>
            </a:pPr>
            <a:r>
              <a:rPr kumimoji="0" lang="en-GB" sz="1800" b="1" i="0" u="none" strike="noStrike" kern="0" cap="none" spc="-10" normalizeH="0" baseline="0" noProof="0">
                <a:ln>
                  <a:noFill/>
                </a:ln>
                <a:solidFill>
                  <a:prstClr val="black"/>
                </a:solidFill>
                <a:effectLst/>
                <a:uLnTx/>
                <a:uFillTx/>
                <a:latin typeface="GT Ultra Median Lloyds Regular"/>
                <a:ea typeface="+mn-ea"/>
                <a:cs typeface="GT Ultra Median Lloyds Regular"/>
              </a:rPr>
              <a:t>Explore tools and techniques to grow your self-confidence and support you effectively manage your disability or neurodivergent condition </a:t>
            </a:r>
            <a:endParaRPr kumimoji="0" lang="en-GB" sz="1800" b="0" i="0" u="none" strike="noStrike" kern="100" cap="none" spc="0" normalizeH="0" baseline="0" noProof="0">
              <a:ln>
                <a:noFill/>
              </a:ln>
              <a:solidFill>
                <a:prstClr val="black"/>
              </a:solidFill>
              <a:effectLst/>
              <a:uLnTx/>
              <a:uFillTx/>
              <a:latin typeface="GT Ultra Lloyds Regular" pitchFamily="50" charset="0"/>
              <a:ea typeface="Calibri" panose="020F0502020204030204" pitchFamily="34" charset="0"/>
              <a:cs typeface="Poppins" pitchFamily="2" charset="77"/>
            </a:endParaRPr>
          </a:p>
        </p:txBody>
      </p:sp>
      <p:sp>
        <p:nvSpPr>
          <p:cNvPr id="24" name="object 7">
            <a:extLst>
              <a:ext uri="{FF2B5EF4-FFF2-40B4-BE49-F238E27FC236}">
                <a16:creationId xmlns:a16="http://schemas.microsoft.com/office/drawing/2014/main" id="{1785A53D-554F-A62D-35FF-B5A022C42764}"/>
              </a:ext>
              <a:ext uri="{C183D7F6-B498-43B3-948B-1728B52AA6E4}">
                <adec:decorative xmlns:adec="http://schemas.microsoft.com/office/drawing/2017/decorative" val="0"/>
              </a:ext>
            </a:extLst>
          </p:cNvPr>
          <p:cNvSpPr/>
          <p:nvPr/>
        </p:nvSpPr>
        <p:spPr>
          <a:xfrm>
            <a:off x="8426543" y="4116544"/>
            <a:ext cx="3261630" cy="2451253"/>
          </a:xfrm>
          <a:prstGeom prst="roundRect">
            <a:avLst>
              <a:gd name="adj" fmla="val 5835"/>
            </a:avLst>
          </a:prstGeom>
          <a:solidFill>
            <a:srgbClr val="00AE7D"/>
          </a:solidFill>
          <a:effectLst>
            <a:outerShdw blurRad="50800" dist="38100" dir="2700000" algn="tl" rotWithShape="0">
              <a:prstClr val="black">
                <a:alpha val="40000"/>
              </a:prstClr>
            </a:outerShdw>
          </a:effectLst>
        </p:spPr>
        <p:txBody>
          <a:bodyPr wrap="square" lIns="71999" tIns="179996" rIns="71999" bIns="89998" rtlCol="0" anchor="ctr"/>
          <a:lstStyle/>
          <a:p>
            <a:pPr marL="0" marR="0" lvl="0" indent="0" algn="ctr" defTabSz="914426" rtl="0" eaLnBrk="1" fontAlgn="auto" latinLnBrk="0" hangingPunct="1">
              <a:lnSpc>
                <a:spcPct val="100000"/>
              </a:lnSpc>
              <a:spcBef>
                <a:spcPts val="0"/>
              </a:spcBef>
              <a:spcAft>
                <a:spcPts val="0"/>
              </a:spcAft>
              <a:buClrTx/>
              <a:buSzTx/>
              <a:buFontTx/>
              <a:buNone/>
              <a:tabLst/>
              <a:defRPr/>
            </a:pPr>
            <a:r>
              <a:rPr kumimoji="0" lang="en-GB" sz="1800" b="1" i="0" u="none" strike="noStrike" kern="0" cap="none" spc="-10" normalizeH="0" baseline="0" noProof="0">
                <a:ln>
                  <a:noFill/>
                </a:ln>
                <a:solidFill>
                  <a:prstClr val="black">
                    <a:lumMod val="85000"/>
                    <a:lumOff val="15000"/>
                  </a:prstClr>
                </a:solidFill>
                <a:effectLst/>
                <a:uLnTx/>
                <a:uFillTx/>
                <a:latin typeface="GT Ultra Median Lloyds Regular"/>
                <a:ea typeface="+mn-ea"/>
                <a:cs typeface="GT Ultra Median Lloyds Regular"/>
              </a:rPr>
              <a:t>Expand your network to share ideas, offer mutual support and aid your personal growth</a:t>
            </a:r>
            <a:endParaRPr kumimoji="0" lang="en-GB" sz="1800" b="0" i="0" u="none" strike="noStrike" kern="0" cap="none" spc="0" normalizeH="0" baseline="0" noProof="0">
              <a:ln>
                <a:noFill/>
              </a:ln>
              <a:solidFill>
                <a:prstClr val="black">
                  <a:lumMod val="85000"/>
                  <a:lumOff val="15000"/>
                </a:prstClr>
              </a:solidFill>
              <a:effectLst/>
              <a:uLnTx/>
              <a:uFillTx/>
              <a:latin typeface="GT Ultra Lloyds Regular"/>
              <a:ea typeface="+mn-ea"/>
              <a:cs typeface="+mn-cs"/>
            </a:endParaRPr>
          </a:p>
        </p:txBody>
      </p:sp>
      <p:pic>
        <p:nvPicPr>
          <p:cNvPr id="4" name="Picture 3" descr="A green telescope on a black background">
            <a:extLst>
              <a:ext uri="{FF2B5EF4-FFF2-40B4-BE49-F238E27FC236}">
                <a16:creationId xmlns:a16="http://schemas.microsoft.com/office/drawing/2014/main" id="{26EF2400-1F0B-F432-B69E-90FB5BE8B4EC}"/>
              </a:ext>
            </a:extLst>
          </p:cNvPr>
          <p:cNvPicPr>
            <a:picLocks noChangeAspect="1"/>
          </p:cNvPicPr>
          <p:nvPr/>
        </p:nvPicPr>
        <p:blipFill>
          <a:blip r:embed="rId3"/>
          <a:stretch>
            <a:fillRect/>
          </a:stretch>
        </p:blipFill>
        <p:spPr>
          <a:xfrm>
            <a:off x="377019" y="1915425"/>
            <a:ext cx="3205312" cy="3205312"/>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F059DD4C-CA18-BCD3-5CEB-C3453E795096}"/>
              </a:ext>
            </a:extLst>
          </p:cNvPr>
          <p:cNvPicPr>
            <a:picLocks noChangeAspect="1"/>
          </p:cNvPicPr>
          <p:nvPr/>
        </p:nvPicPr>
        <p:blipFill>
          <a:blip r:embed="rId4"/>
          <a:srcRect l="550" t="1" b="106"/>
          <a:stretch>
            <a:fillRect/>
          </a:stretch>
        </p:blipFill>
        <p:spPr>
          <a:xfrm>
            <a:off x="13397" y="30"/>
            <a:ext cx="12239890" cy="6932367"/>
          </a:xfrm>
          <a:prstGeom prst="rect">
            <a:avLst/>
          </a:prstGeom>
        </p:spPr>
      </p:pic>
      <p:sp>
        <p:nvSpPr>
          <p:cNvPr id="8" name="Rectangle 7">
            <a:extLst>
              <a:ext uri="{FF2B5EF4-FFF2-40B4-BE49-F238E27FC236}">
                <a16:creationId xmlns:a16="http://schemas.microsoft.com/office/drawing/2014/main" id="{00E15CA5-4132-D8F0-EBAD-9E284582403F}"/>
              </a:ext>
            </a:extLst>
          </p:cNvPr>
          <p:cNvSpPr/>
          <p:nvPr/>
        </p:nvSpPr>
        <p:spPr>
          <a:xfrm>
            <a:off x="377018" y="446593"/>
            <a:ext cx="2398109" cy="1850050"/>
          </a:xfrm>
          <a:prstGeom prst="rect">
            <a:avLst/>
          </a:prstGeom>
          <a:solidFill>
            <a:srgbClr val="3AB57A"/>
          </a:solidFill>
          <a:ln>
            <a:solidFill>
              <a:srgbClr val="3AB5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13"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T Ultra Lloyds Regular"/>
              <a:ea typeface="+mn-ea"/>
              <a:cs typeface="+mn-cs"/>
            </a:endParaRPr>
          </a:p>
        </p:txBody>
      </p:sp>
      <p:sp>
        <p:nvSpPr>
          <p:cNvPr id="10" name="Rectangle 9">
            <a:extLst>
              <a:ext uri="{FF2B5EF4-FFF2-40B4-BE49-F238E27FC236}">
                <a16:creationId xmlns:a16="http://schemas.microsoft.com/office/drawing/2014/main" id="{F0D1CB21-E00B-5E8E-65B8-543BDF960AB7}"/>
              </a:ext>
            </a:extLst>
          </p:cNvPr>
          <p:cNvSpPr/>
          <p:nvPr/>
        </p:nvSpPr>
        <p:spPr>
          <a:xfrm>
            <a:off x="4761853" y="446594"/>
            <a:ext cx="7199724" cy="5765319"/>
          </a:xfrm>
          <a:prstGeom prst="rect">
            <a:avLst/>
          </a:prstGeom>
          <a:solidFill>
            <a:srgbClr val="7CF378"/>
          </a:solidFill>
          <a:ln>
            <a:solidFill>
              <a:srgbClr val="7CF3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13"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T Ultra Lloyds Regular"/>
              <a:ea typeface="+mn-ea"/>
              <a:cs typeface="+mn-cs"/>
            </a:endParaRPr>
          </a:p>
        </p:txBody>
      </p:sp>
      <p:sp>
        <p:nvSpPr>
          <p:cNvPr id="11" name="Rectangle 10">
            <a:extLst>
              <a:ext uri="{FF2B5EF4-FFF2-40B4-BE49-F238E27FC236}">
                <a16:creationId xmlns:a16="http://schemas.microsoft.com/office/drawing/2014/main" id="{B49A5F92-8E64-1EA6-AE03-5AABEF7CC9AF}"/>
              </a:ext>
            </a:extLst>
          </p:cNvPr>
          <p:cNvSpPr/>
          <p:nvPr/>
        </p:nvSpPr>
        <p:spPr>
          <a:xfrm>
            <a:off x="377019" y="3997838"/>
            <a:ext cx="5821738" cy="2860103"/>
          </a:xfrm>
          <a:prstGeom prst="rect">
            <a:avLst/>
          </a:prstGeom>
          <a:solidFill>
            <a:srgbClr val="7CF378"/>
          </a:solidFill>
          <a:ln>
            <a:solidFill>
              <a:srgbClr val="7CF3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13"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GT Ultra Lloyds Regular"/>
              <a:ea typeface="+mn-ea"/>
              <a:cs typeface="+mn-cs"/>
            </a:endParaRPr>
          </a:p>
        </p:txBody>
      </p:sp>
      <p:pic>
        <p:nvPicPr>
          <p:cNvPr id="5" name="Picture 4">
            <a:extLst>
              <a:ext uri="{FF2B5EF4-FFF2-40B4-BE49-F238E27FC236}">
                <a16:creationId xmlns:a16="http://schemas.microsoft.com/office/drawing/2014/main" id="{81236844-1D07-F1D5-6120-AD66AC3DAE30}"/>
              </a:ext>
            </a:extLst>
          </p:cNvPr>
          <p:cNvPicPr>
            <a:picLocks noChangeAspect="1"/>
          </p:cNvPicPr>
          <p:nvPr/>
        </p:nvPicPr>
        <p:blipFill>
          <a:blip r:embed="rId5"/>
          <a:stretch>
            <a:fillRect/>
          </a:stretch>
        </p:blipFill>
        <p:spPr>
          <a:xfrm>
            <a:off x="786394" y="3698068"/>
            <a:ext cx="3123863" cy="3123863"/>
          </a:xfrm>
          <a:prstGeom prst="rect">
            <a:avLst/>
          </a:prstGeom>
        </p:spPr>
      </p:pic>
      <p:sp>
        <p:nvSpPr>
          <p:cNvPr id="6" name="Title 1">
            <a:extLst>
              <a:ext uri="{FF2B5EF4-FFF2-40B4-BE49-F238E27FC236}">
                <a16:creationId xmlns:a16="http://schemas.microsoft.com/office/drawing/2014/main" id="{D90E3BB9-E264-AD6F-E901-79039C878A80}"/>
              </a:ext>
            </a:extLst>
          </p:cNvPr>
          <p:cNvSpPr txBox="1">
            <a:spLocks/>
          </p:cNvSpPr>
          <p:nvPr/>
        </p:nvSpPr>
        <p:spPr>
          <a:xfrm>
            <a:off x="5379961" y="522346"/>
            <a:ext cx="6031210" cy="998846"/>
          </a:xfrm>
          <a:prstGeom prst="rect">
            <a:avLst/>
          </a:prstGeom>
        </p:spPr>
        <p:txBody>
          <a:bodyPr vert="horz" lIns="0" tIns="0" rIns="0" bIns="0" rtlCol="0" anchor="t">
            <a:normAutofit/>
          </a:bodyPr>
          <a:lstStyle>
            <a:lvl1pPr algn="l" defTabSz="1507937" rtl="0" eaLnBrk="1" latinLnBrk="0" hangingPunct="1">
              <a:lnSpc>
                <a:spcPct val="90000"/>
              </a:lnSpc>
              <a:spcBef>
                <a:spcPct val="0"/>
              </a:spcBef>
              <a:buNone/>
              <a:defRPr sz="5937" b="1" kern="1200">
                <a:solidFill>
                  <a:schemeClr val="tx1"/>
                </a:solidFill>
                <a:latin typeface="GT Ultra Median Lloyds Regular" pitchFamily="50" charset="0"/>
                <a:ea typeface="+mj-ea"/>
                <a:cs typeface="+mj-cs"/>
              </a:defRPr>
            </a:lvl1pPr>
          </a:lstStyle>
          <a:p>
            <a:pPr marL="0" marR="0" lvl="0" indent="0" algn="l" defTabSz="914413" rtl="0" eaLnBrk="1" fontAlgn="auto" latinLnBrk="0" hangingPunct="1">
              <a:lnSpc>
                <a:spcPct val="90000"/>
              </a:lnSpc>
              <a:spcBef>
                <a:spcPct val="0"/>
              </a:spcBef>
              <a:spcAft>
                <a:spcPts val="0"/>
              </a:spcAft>
              <a:buClrTx/>
              <a:buSzTx/>
              <a:buFontTx/>
              <a:buNone/>
              <a:tabLst/>
              <a:defRPr/>
            </a:pPr>
            <a:r>
              <a:rPr kumimoji="0" lang="en-GB" sz="2668" b="1" i="0" u="none" strike="noStrike" kern="1200" cap="none" spc="0" normalizeH="0" baseline="0" noProof="0">
                <a:ln>
                  <a:noFill/>
                </a:ln>
                <a:solidFill>
                  <a:prstClr val="black"/>
                </a:solidFill>
                <a:effectLst/>
                <a:uLnTx/>
                <a:uFillTx/>
                <a:latin typeface="GT Ultra Median Lloyds Black" pitchFamily="50" charset="0"/>
                <a:ea typeface="+mj-ea"/>
                <a:cs typeface="+mj-cs"/>
              </a:rPr>
              <a:t>An Introduction to the Day</a:t>
            </a:r>
          </a:p>
        </p:txBody>
      </p:sp>
      <p:sp>
        <p:nvSpPr>
          <p:cNvPr id="12" name="Content Placeholder 3">
            <a:extLst>
              <a:ext uri="{FF2B5EF4-FFF2-40B4-BE49-F238E27FC236}">
                <a16:creationId xmlns:a16="http://schemas.microsoft.com/office/drawing/2014/main" id="{48A5A361-9F5B-DCE3-7A2E-369D761C30B0}"/>
              </a:ext>
            </a:extLst>
          </p:cNvPr>
          <p:cNvSpPr txBox="1">
            <a:spLocks/>
          </p:cNvSpPr>
          <p:nvPr/>
        </p:nvSpPr>
        <p:spPr>
          <a:xfrm>
            <a:off x="5390268" y="1450865"/>
            <a:ext cx="6403170" cy="5746699"/>
          </a:xfrm>
          <a:prstGeom prst="rect">
            <a:avLst/>
          </a:prstGeom>
          <a:noFill/>
        </p:spPr>
        <p:txBody>
          <a:bodyPr vert="horz" lIns="0" tIns="36000" rIns="71999" bIns="36000" rtlCol="0">
            <a:normAutofit/>
          </a:bodyPr>
          <a:lstStyle>
            <a:lvl1pPr marL="0" indent="0" algn="l" defTabSz="1507937" rtl="0" eaLnBrk="1" latinLnBrk="0" hangingPunct="1">
              <a:lnSpc>
                <a:spcPct val="100000"/>
              </a:lnSpc>
              <a:spcBef>
                <a:spcPts val="2968"/>
              </a:spcBef>
              <a:buFont typeface="Arial" panose="020B0604020202020204" pitchFamily="34" charset="0"/>
              <a:buNone/>
              <a:defRPr sz="2968" b="1" kern="1200">
                <a:solidFill>
                  <a:schemeClr val="tx1"/>
                </a:solidFill>
                <a:latin typeface="+mn-lt"/>
                <a:ea typeface="+mn-ea"/>
                <a:cs typeface="+mn-cs"/>
              </a:defRPr>
            </a:lvl1pPr>
            <a:lvl2pPr marL="0" indent="0" algn="l" defTabSz="1507937" rtl="0" eaLnBrk="1" latinLnBrk="0" hangingPunct="1">
              <a:lnSpc>
                <a:spcPct val="100000"/>
              </a:lnSpc>
              <a:spcBef>
                <a:spcPts val="825"/>
              </a:spcBef>
              <a:buFont typeface="Arial" panose="020B0604020202020204" pitchFamily="34" charset="0"/>
              <a:buNone/>
              <a:defRPr sz="2639" kern="1200">
                <a:solidFill>
                  <a:schemeClr val="tx1"/>
                </a:solidFill>
                <a:latin typeface="+mn-lt"/>
                <a:ea typeface="+mn-ea"/>
                <a:cs typeface="+mn-cs"/>
              </a:defRPr>
            </a:lvl2pPr>
            <a:lvl3pPr marL="301065" indent="-301065" algn="l" defTabSz="1507937" rtl="0" eaLnBrk="1" latinLnBrk="0" hangingPunct="1">
              <a:lnSpc>
                <a:spcPct val="100000"/>
              </a:lnSpc>
              <a:spcBef>
                <a:spcPts val="825"/>
              </a:spcBef>
              <a:buFont typeface="Arial" panose="020B0604020202020204" pitchFamily="34" charset="0"/>
              <a:buChar char="•"/>
              <a:defRPr sz="2309" kern="1200">
                <a:solidFill>
                  <a:schemeClr val="tx1"/>
                </a:solidFill>
                <a:latin typeface="+mn-lt"/>
                <a:ea typeface="+mn-ea"/>
                <a:cs typeface="+mn-cs"/>
              </a:defRPr>
            </a:lvl3pPr>
            <a:lvl4pPr marL="591656" indent="-290593" algn="l" defTabSz="1507937" rtl="0" eaLnBrk="1" latinLnBrk="0" hangingPunct="1">
              <a:lnSpc>
                <a:spcPct val="100000"/>
              </a:lnSpc>
              <a:spcBef>
                <a:spcPts val="825"/>
              </a:spcBef>
              <a:buFont typeface="Arial" panose="020B0604020202020204" pitchFamily="34" charset="0"/>
              <a:buChar char="•"/>
              <a:defRPr sz="1979" kern="1200">
                <a:solidFill>
                  <a:schemeClr val="tx1"/>
                </a:solidFill>
                <a:latin typeface="+mn-lt"/>
                <a:ea typeface="+mn-ea"/>
                <a:cs typeface="+mn-cs"/>
              </a:defRPr>
            </a:lvl4pPr>
            <a:lvl5pPr marL="892720" indent="-301065" algn="l" defTabSz="1507937" rtl="0" eaLnBrk="1" latinLnBrk="0" hangingPunct="1">
              <a:lnSpc>
                <a:spcPct val="100000"/>
              </a:lnSpc>
              <a:spcBef>
                <a:spcPts val="825"/>
              </a:spcBef>
              <a:buFont typeface="Arial" panose="020B0604020202020204" pitchFamily="34" charset="0"/>
              <a:buChar char="•"/>
              <a:defRPr sz="1979" kern="1200">
                <a:solidFill>
                  <a:schemeClr val="tx1"/>
                </a:solidFill>
                <a:latin typeface="+mn-lt"/>
                <a:ea typeface="+mn-ea"/>
                <a:cs typeface="+mn-cs"/>
              </a:defRPr>
            </a:lvl5pPr>
            <a:lvl6pPr marL="4146827" indent="-376984" algn="l" defTabSz="1507937" rtl="0" eaLnBrk="1" latinLnBrk="0" hangingPunct="1">
              <a:lnSpc>
                <a:spcPct val="90000"/>
              </a:lnSpc>
              <a:spcBef>
                <a:spcPts val="825"/>
              </a:spcBef>
              <a:buFont typeface="Arial" panose="020B0604020202020204" pitchFamily="34" charset="0"/>
              <a:buChar char="•"/>
              <a:defRPr sz="2968" kern="1200">
                <a:solidFill>
                  <a:schemeClr val="tx1"/>
                </a:solidFill>
                <a:latin typeface="+mn-lt"/>
                <a:ea typeface="+mn-ea"/>
                <a:cs typeface="+mn-cs"/>
              </a:defRPr>
            </a:lvl6pPr>
            <a:lvl7pPr marL="4900795" indent="-376984" algn="l" defTabSz="1507937" rtl="0" eaLnBrk="1" latinLnBrk="0" hangingPunct="1">
              <a:lnSpc>
                <a:spcPct val="90000"/>
              </a:lnSpc>
              <a:spcBef>
                <a:spcPts val="825"/>
              </a:spcBef>
              <a:buFont typeface="Arial" panose="020B0604020202020204" pitchFamily="34" charset="0"/>
              <a:buChar char="•"/>
              <a:defRPr sz="2968" kern="1200">
                <a:solidFill>
                  <a:schemeClr val="tx1"/>
                </a:solidFill>
                <a:latin typeface="+mn-lt"/>
                <a:ea typeface="+mn-ea"/>
                <a:cs typeface="+mn-cs"/>
              </a:defRPr>
            </a:lvl7pPr>
            <a:lvl8pPr marL="5654764" indent="-376984" algn="l" defTabSz="1507937" rtl="0" eaLnBrk="1" latinLnBrk="0" hangingPunct="1">
              <a:lnSpc>
                <a:spcPct val="90000"/>
              </a:lnSpc>
              <a:spcBef>
                <a:spcPts val="825"/>
              </a:spcBef>
              <a:buFont typeface="Arial" panose="020B0604020202020204" pitchFamily="34" charset="0"/>
              <a:buChar char="•"/>
              <a:defRPr sz="2968" kern="1200">
                <a:solidFill>
                  <a:schemeClr val="tx1"/>
                </a:solidFill>
                <a:latin typeface="+mn-lt"/>
                <a:ea typeface="+mn-ea"/>
                <a:cs typeface="+mn-cs"/>
              </a:defRPr>
            </a:lvl8pPr>
            <a:lvl9pPr marL="6408732" indent="-376984" algn="l" defTabSz="1507937" rtl="0" eaLnBrk="1" latinLnBrk="0" hangingPunct="1">
              <a:lnSpc>
                <a:spcPct val="90000"/>
              </a:lnSpc>
              <a:spcBef>
                <a:spcPts val="825"/>
              </a:spcBef>
              <a:buFont typeface="Arial" panose="020B0604020202020204" pitchFamily="34" charset="0"/>
              <a:buChar char="•"/>
              <a:defRPr sz="2968" kern="1200">
                <a:solidFill>
                  <a:schemeClr val="tx1"/>
                </a:solidFill>
                <a:latin typeface="+mn-lt"/>
                <a:ea typeface="+mn-ea"/>
                <a:cs typeface="+mn-cs"/>
              </a:defRPr>
            </a:lvl9pPr>
          </a:lstStyle>
          <a:p>
            <a:pPr marL="0" marR="0" lvl="0" indent="0" algn="l" defTabSz="914413"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698" b="1" i="0" u="none" strike="noStrike" kern="1200" cap="none" spc="0" normalizeH="0" baseline="0" noProof="0">
                <a:ln>
                  <a:noFill/>
                </a:ln>
                <a:solidFill>
                  <a:prstClr val="black"/>
                </a:solidFill>
                <a:effectLst/>
                <a:uLnTx/>
                <a:uFillTx/>
                <a:latin typeface="GT Ultra Lloyds Regular"/>
                <a:ea typeface="+mn-ea"/>
                <a:cs typeface="+mn-cs"/>
              </a:rPr>
              <a:t>Arrival at the venue</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GB" sz="1698" b="0" i="0" u="none" strike="noStrike" kern="1200" cap="none" spc="0" normalizeH="0" baseline="0" noProof="0">
                <a:ln>
                  <a:noFill/>
                </a:ln>
                <a:solidFill>
                  <a:prstClr val="black"/>
                </a:solidFill>
                <a:effectLst/>
                <a:uLnTx/>
                <a:uFillTx/>
                <a:latin typeface="GT Ultra Lloyds Regular"/>
                <a:ea typeface="+mn-ea"/>
                <a:cs typeface="+mn-cs"/>
              </a:rPr>
              <a:t>The welcome event starts at 1000 </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GB" sz="1698" b="0" i="0" u="none" strike="noStrike" kern="1200" cap="none" spc="0" normalizeH="0" baseline="0" noProof="0">
                <a:ln>
                  <a:noFill/>
                </a:ln>
                <a:solidFill>
                  <a:prstClr val="black"/>
                </a:solidFill>
                <a:effectLst/>
                <a:uLnTx/>
                <a:uFillTx/>
                <a:latin typeface="GT Ultra Lloyds Regular"/>
                <a:ea typeface="+mn-ea"/>
                <a:cs typeface="+mn-cs"/>
              </a:rPr>
              <a:t>The registration opens at 0900 and there’s an opportunity to meet some of the other Graduates and Apprentices who will be based in your hub location</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endParaRPr kumimoji="0" lang="en-GB" sz="1698" b="0" i="0" u="none" strike="noStrike" kern="1200" cap="none" spc="0" normalizeH="0" baseline="0" noProof="0">
              <a:ln>
                <a:noFill/>
              </a:ln>
              <a:solidFill>
                <a:prstClr val="black"/>
              </a:solidFill>
              <a:effectLst/>
              <a:uLnTx/>
              <a:uFillTx/>
              <a:latin typeface="GT Ultra Lloyds Regular"/>
              <a:ea typeface="+mn-ea"/>
              <a:cs typeface="+mn-cs"/>
            </a:endParaRPr>
          </a:p>
          <a:p>
            <a:pPr marL="0" marR="0" lvl="1" indent="0" algn="l" defTabSz="914413"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GB" sz="1698" b="1" i="0" u="none" strike="noStrike" kern="1200" cap="none" spc="0" normalizeH="0" baseline="0" noProof="0">
                <a:ln>
                  <a:noFill/>
                </a:ln>
                <a:solidFill>
                  <a:prstClr val="black"/>
                </a:solidFill>
                <a:effectLst/>
                <a:uLnTx/>
                <a:uFillTx/>
                <a:latin typeface="GT Ultra Lloyds Regular"/>
                <a:ea typeface="+mn-ea"/>
                <a:cs typeface="+mn-cs"/>
              </a:rPr>
              <a:t>Seating</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GB" sz="1698" b="0" i="0" u="none" strike="noStrike" kern="1200" cap="none" spc="0" normalizeH="0" baseline="0" noProof="0">
                <a:ln>
                  <a:noFill/>
                </a:ln>
                <a:solidFill>
                  <a:prstClr val="black"/>
                </a:solidFill>
                <a:effectLst/>
                <a:uLnTx/>
                <a:uFillTx/>
                <a:latin typeface="GT Ultra Lloyds Regular"/>
                <a:ea typeface="+mn-ea"/>
                <a:cs typeface="+mn-cs"/>
              </a:rPr>
              <a:t>There will be no arranged seating so you can sit wherever you want on the day</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GB" sz="1698" b="0" i="0" u="none" strike="noStrike" kern="1200" cap="none" spc="0" normalizeH="0" baseline="0" noProof="0">
                <a:ln>
                  <a:noFill/>
                </a:ln>
                <a:solidFill>
                  <a:prstClr val="black"/>
                </a:solidFill>
                <a:effectLst/>
                <a:uLnTx/>
                <a:uFillTx/>
                <a:latin typeface="GT Ultra Lloyds Regular"/>
                <a:ea typeface="+mn-ea"/>
                <a:cs typeface="+mn-cs"/>
              </a:rPr>
              <a:t>This will be your seat for the day</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endParaRPr kumimoji="0" lang="en-GB" sz="1698" b="0" i="0" u="none" strike="noStrike" kern="1200" cap="none" spc="0" normalizeH="0" baseline="0" noProof="0">
              <a:ln>
                <a:noFill/>
              </a:ln>
              <a:solidFill>
                <a:prstClr val="black"/>
              </a:solidFill>
              <a:effectLst/>
              <a:uLnTx/>
              <a:uFillTx/>
              <a:latin typeface="GT Ultra Lloyds Regular"/>
              <a:ea typeface="+mn-ea"/>
              <a:cs typeface="+mn-cs"/>
            </a:endParaRPr>
          </a:p>
          <a:p>
            <a:pPr marL="0" marR="0" lvl="1" indent="0" algn="l" defTabSz="914413"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GB" sz="1698" b="1" i="0" u="none" strike="noStrike" kern="1200" cap="none" spc="0" normalizeH="0" baseline="0" noProof="0">
                <a:ln>
                  <a:noFill/>
                </a:ln>
                <a:solidFill>
                  <a:prstClr val="black"/>
                </a:solidFill>
                <a:effectLst/>
                <a:uLnTx/>
                <a:uFillTx/>
                <a:latin typeface="GT Ultra Lloyds Regular"/>
                <a:ea typeface="+mn-ea"/>
                <a:cs typeface="+mn-cs"/>
              </a:rPr>
              <a:t>Agenda</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GB" sz="1698" b="0" i="0" u="none" strike="noStrike" kern="1200" cap="none" spc="0" normalizeH="0" baseline="0" noProof="0">
                <a:ln>
                  <a:noFill/>
                </a:ln>
                <a:solidFill>
                  <a:prstClr val="black"/>
                </a:solidFill>
                <a:effectLst/>
                <a:uLnTx/>
                <a:uFillTx/>
                <a:latin typeface="GT Ultra Lloyds Regular"/>
                <a:ea typeface="+mn-ea"/>
                <a:cs typeface="+mn-cs"/>
              </a:rPr>
              <a:t>The agenda is on the next slide</a:t>
            </a: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endParaRPr kumimoji="0" lang="en-GB" sz="1698" b="0" i="0" u="none" strike="noStrike" kern="1200" cap="none" spc="0" normalizeH="0" baseline="0" noProof="0">
              <a:ln>
                <a:noFill/>
              </a:ln>
              <a:solidFill>
                <a:prstClr val="black"/>
              </a:solidFill>
              <a:effectLst/>
              <a:uLnTx/>
              <a:uFillTx/>
              <a:latin typeface="GT Ultra Lloyds Regular"/>
              <a:ea typeface="+mn-ea"/>
              <a:cs typeface="+mn-cs"/>
            </a:endParaRPr>
          </a:p>
          <a:p>
            <a:pPr marL="285754" marR="0" lvl="1" indent="-285754" algn="l" defTabSz="914413" rtl="0" eaLnBrk="1" fontAlgn="auto" latinLnBrk="0" hangingPunct="1">
              <a:lnSpc>
                <a:spcPct val="100000"/>
              </a:lnSpc>
              <a:spcBef>
                <a:spcPts val="500"/>
              </a:spcBef>
              <a:spcAft>
                <a:spcPts val="0"/>
              </a:spcAft>
              <a:buClrTx/>
              <a:buSzTx/>
              <a:buFont typeface="Arial" panose="020B0604020202020204" pitchFamily="34" charset="0"/>
              <a:buChar char="•"/>
              <a:tabLst/>
              <a:defRPr/>
            </a:pPr>
            <a:endParaRPr kumimoji="0" lang="en-GB" sz="1698" b="0" i="0" u="none" strike="noStrike" kern="1200" cap="none" spc="0" normalizeH="0" baseline="0" noProof="0">
              <a:ln>
                <a:noFill/>
              </a:ln>
              <a:solidFill>
                <a:prstClr val="black"/>
              </a:solidFill>
              <a:effectLst/>
              <a:uLnTx/>
              <a:uFillTx/>
              <a:latin typeface="GT Ultra Lloyds Regular"/>
              <a:ea typeface="+mn-ea"/>
              <a:cs typeface="+mn-cs"/>
            </a:endParaRPr>
          </a:p>
        </p:txBody>
      </p:sp>
    </p:spTree>
    <p:extLst>
      <p:ext uri="{BB962C8B-B14F-4D97-AF65-F5344CB8AC3E}">
        <p14:creationId xmlns:p14="http://schemas.microsoft.com/office/powerpoint/2010/main" val="28708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B94B5-1269-9EC9-B52C-6A6160C84D7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B65B4F4-158A-6237-6789-9D0DEE40160A}"/>
              </a:ext>
            </a:extLst>
          </p:cNvPr>
          <p:cNvSpPr/>
          <p:nvPr/>
        </p:nvSpPr>
        <p:spPr>
          <a:xfrm>
            <a:off x="51" y="30"/>
            <a:ext cx="12191896" cy="68579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13"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T Ultra Lloyds Regular"/>
              <a:ea typeface="+mn-ea"/>
              <a:cs typeface="+mn-cs"/>
            </a:endParaRPr>
          </a:p>
        </p:txBody>
      </p:sp>
      <p:sp>
        <p:nvSpPr>
          <p:cNvPr id="9" name="Rectangle 8">
            <a:extLst>
              <a:ext uri="{FF2B5EF4-FFF2-40B4-BE49-F238E27FC236}">
                <a16:creationId xmlns:a16="http://schemas.microsoft.com/office/drawing/2014/main" id="{8DC4E9CB-97E1-0147-A964-59B0308F3409}"/>
              </a:ext>
            </a:extLst>
          </p:cNvPr>
          <p:cNvSpPr/>
          <p:nvPr/>
        </p:nvSpPr>
        <p:spPr>
          <a:xfrm>
            <a:off x="7507212" y="28"/>
            <a:ext cx="4684735" cy="6857940"/>
          </a:xfrm>
          <a:prstGeom prst="rect">
            <a:avLst/>
          </a:prstGeom>
          <a:solidFill>
            <a:srgbClr val="C2E3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13"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T Ultra Lloyds Regular"/>
              <a:ea typeface="+mn-ea"/>
              <a:cs typeface="+mn-cs"/>
            </a:endParaRPr>
          </a:p>
        </p:txBody>
      </p:sp>
      <p:pic>
        <p:nvPicPr>
          <p:cNvPr id="7" name="Graphic 6">
            <a:extLst>
              <a:ext uri="{FF2B5EF4-FFF2-40B4-BE49-F238E27FC236}">
                <a16:creationId xmlns:a16="http://schemas.microsoft.com/office/drawing/2014/main" id="{C6A6D04D-BDE3-CD17-BD8E-752CCF979549}"/>
              </a:ext>
              <a:ext uri="{C183D7F6-B498-43B3-948B-1728B52AA6E4}">
                <adec:decorative xmlns:adec="http://schemas.microsoft.com/office/drawing/2017/decorative" val="1"/>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76737" y="221166"/>
            <a:ext cx="716750" cy="673888"/>
          </a:xfrm>
          <a:prstGeom prst="rect">
            <a:avLst/>
          </a:prstGeom>
        </p:spPr>
      </p:pic>
      <p:pic>
        <p:nvPicPr>
          <p:cNvPr id="5" name="Picture 4">
            <a:extLst>
              <a:ext uri="{FF2B5EF4-FFF2-40B4-BE49-F238E27FC236}">
                <a16:creationId xmlns:a16="http://schemas.microsoft.com/office/drawing/2014/main" id="{70B4E970-5886-DC54-7321-C5F95092B530}"/>
              </a:ext>
            </a:extLst>
          </p:cNvPr>
          <p:cNvPicPr>
            <a:picLocks noChangeAspect="1"/>
          </p:cNvPicPr>
          <p:nvPr/>
        </p:nvPicPr>
        <p:blipFill>
          <a:blip r:embed="rId4"/>
          <a:stretch>
            <a:fillRect/>
          </a:stretch>
        </p:blipFill>
        <p:spPr>
          <a:xfrm>
            <a:off x="-26910" y="-30438"/>
            <a:ext cx="12218857" cy="6903640"/>
          </a:xfrm>
          <a:prstGeom prst="rect">
            <a:avLst/>
          </a:prstGeom>
        </p:spPr>
      </p:pic>
      <p:sp>
        <p:nvSpPr>
          <p:cNvPr id="6" name="Title 2">
            <a:extLst>
              <a:ext uri="{FF2B5EF4-FFF2-40B4-BE49-F238E27FC236}">
                <a16:creationId xmlns:a16="http://schemas.microsoft.com/office/drawing/2014/main" id="{AEB33179-B1F5-81C1-31BF-9576C1F40A13}"/>
              </a:ext>
            </a:extLst>
          </p:cNvPr>
          <p:cNvSpPr txBox="1">
            <a:spLocks/>
          </p:cNvSpPr>
          <p:nvPr/>
        </p:nvSpPr>
        <p:spPr>
          <a:xfrm>
            <a:off x="4785277" y="403248"/>
            <a:ext cx="11410850" cy="998846"/>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marL="0" marR="0" lvl="0" indent="0" algn="l" defTabSz="914413" rtl="0" eaLnBrk="1" fontAlgn="auto" latinLnBrk="0" hangingPunct="1">
              <a:lnSpc>
                <a:spcPct val="90000"/>
              </a:lnSpc>
              <a:spcBef>
                <a:spcPct val="0"/>
              </a:spcBef>
              <a:spcAft>
                <a:spcPts val="0"/>
              </a:spcAft>
              <a:buClrTx/>
              <a:buSzTx/>
              <a:buFontTx/>
              <a:buNone/>
              <a:tabLst/>
              <a:defRPr/>
            </a:pPr>
            <a:r>
              <a:rPr kumimoji="0" lang="en-GB" sz="4800" b="1" i="0" u="none" strike="noStrike" kern="1200" cap="none" spc="0" normalizeH="0" baseline="0" noProof="0">
                <a:ln>
                  <a:noFill/>
                </a:ln>
                <a:solidFill>
                  <a:sysClr val="windowText" lastClr="000000"/>
                </a:solidFill>
                <a:effectLst/>
                <a:uLnTx/>
                <a:uFillTx/>
                <a:latin typeface="GT Ultra Median Lloyds Regular" pitchFamily="50" charset="0"/>
                <a:ea typeface="+mj-ea"/>
                <a:cs typeface="+mj-cs"/>
              </a:rPr>
              <a:t>Welcome Event Agenda</a:t>
            </a:r>
          </a:p>
        </p:txBody>
      </p:sp>
      <p:graphicFrame>
        <p:nvGraphicFramePr>
          <p:cNvPr id="2" name="Table 1">
            <a:extLst>
              <a:ext uri="{FF2B5EF4-FFF2-40B4-BE49-F238E27FC236}">
                <a16:creationId xmlns:a16="http://schemas.microsoft.com/office/drawing/2014/main" id="{1264CE94-6788-781D-B6EC-EBD994AF845B}"/>
              </a:ext>
            </a:extLst>
          </p:cNvPr>
          <p:cNvGraphicFramePr>
            <a:graphicFrameLocks noGrp="1"/>
          </p:cNvGraphicFramePr>
          <p:nvPr>
            <p:extLst>
              <p:ext uri="{D42A27DB-BD31-4B8C-83A1-F6EECF244321}">
                <p14:modId xmlns:p14="http://schemas.microsoft.com/office/powerpoint/2010/main" val="1256339912"/>
              </p:ext>
            </p:extLst>
          </p:nvPr>
        </p:nvGraphicFramePr>
        <p:xfrm>
          <a:off x="4892348" y="1302892"/>
          <a:ext cx="6745471" cy="520728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1974">
                  <a:extLst>
                    <a:ext uri="{9D8B030D-6E8A-4147-A177-3AD203B41FA5}">
                      <a16:colId xmlns:a16="http://schemas.microsoft.com/office/drawing/2014/main" val="1788553786"/>
                    </a:ext>
                  </a:extLst>
                </a:gridCol>
                <a:gridCol w="761974">
                  <a:extLst>
                    <a:ext uri="{9D8B030D-6E8A-4147-A177-3AD203B41FA5}">
                      <a16:colId xmlns:a16="http://schemas.microsoft.com/office/drawing/2014/main" val="3620150842"/>
                    </a:ext>
                  </a:extLst>
                </a:gridCol>
                <a:gridCol w="5221523">
                  <a:extLst>
                    <a:ext uri="{9D8B030D-6E8A-4147-A177-3AD203B41FA5}">
                      <a16:colId xmlns:a16="http://schemas.microsoft.com/office/drawing/2014/main" val="3792326649"/>
                    </a:ext>
                  </a:extLst>
                </a:gridCol>
              </a:tblGrid>
              <a:tr h="644702">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71755" algn="l"/>
                      <a:r>
                        <a:rPr lang="en-GB" sz="1600">
                          <a:solidFill>
                            <a:schemeClr val="tx1"/>
                          </a:solidFill>
                          <a:latin typeface="GT Ultra Lloyds Light"/>
                        </a:rPr>
                        <a:t>Start Time</a:t>
                      </a:r>
                      <a:endParaRPr lang="en-GB" sz="1600">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71755" algn="l"/>
                      <a:r>
                        <a:rPr lang="en-GB" sz="1600" b="1" kern="1200">
                          <a:solidFill>
                            <a:schemeClr val="tx1"/>
                          </a:solidFill>
                          <a:latin typeface="GT Ultra Lloyds Light"/>
                          <a:ea typeface="+mn-ea"/>
                          <a:cs typeface="+mn-cs"/>
                        </a:rPr>
                        <a:t>End</a:t>
                      </a:r>
                      <a:r>
                        <a:rPr lang="en-GB" sz="1600">
                          <a:solidFill>
                            <a:schemeClr val="tx1"/>
                          </a:solidFill>
                          <a:latin typeface="GT Ultra Lloyds Light"/>
                        </a:rPr>
                        <a:t> Time</a:t>
                      </a:r>
                      <a:endParaRPr lang="en-GB" sz="1600">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107950" algn="l"/>
                      <a:r>
                        <a:rPr lang="en-GB" sz="1600">
                          <a:solidFill>
                            <a:schemeClr val="tx1"/>
                          </a:solidFill>
                          <a:latin typeface="GT Ultra Lloyds Light"/>
                        </a:rPr>
                        <a:t>Activity </a:t>
                      </a:r>
                      <a:endParaRPr lang="en-GB" sz="1600">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extLst>
                  <a:ext uri="{0D108BD9-81ED-4DB2-BD59-A6C34878D82A}">
                    <a16:rowId xmlns:a16="http://schemas.microsoft.com/office/drawing/2014/main" val="1250356692"/>
                  </a:ext>
                </a:extLst>
              </a:tr>
              <a:tr h="371600">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fontAlgn="ctr"/>
                      <a:r>
                        <a:rPr lang="en-GB" sz="1400" b="0" u="none" strike="noStrike">
                          <a:solidFill>
                            <a:srgbClr val="000000"/>
                          </a:solidFill>
                          <a:effectLst/>
                          <a:latin typeface="GT Ultra Lloyds Light"/>
                        </a:rPr>
                        <a:t>09:00</a:t>
                      </a:r>
                      <a:endParaRPr lang="en-GB" sz="1400" b="0" i="0" u="none" strike="noStrike">
                        <a:solidFill>
                          <a:srgbClr val="000000"/>
                        </a:solidFill>
                        <a:effectLst/>
                        <a:latin typeface="GT Ultra Lloyds Light"/>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fontAlgn="ctr"/>
                      <a:r>
                        <a:rPr lang="en-GB" sz="1400" b="0" u="none" strike="noStrike">
                          <a:solidFill>
                            <a:srgbClr val="000000"/>
                          </a:solidFill>
                          <a:effectLst/>
                          <a:latin typeface="GT Ultra Lloyds Light"/>
                        </a:rPr>
                        <a:t>10:00</a:t>
                      </a:r>
                      <a:endParaRPr lang="en-GB" sz="1400" b="0" i="0" u="none" strike="noStrike">
                        <a:solidFill>
                          <a:srgbClr val="000000"/>
                        </a:solidFill>
                        <a:effectLst/>
                        <a:latin typeface="GT Ultra Lloyds Light"/>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algn="l" fontAlgn="ctr"/>
                      <a:r>
                        <a:rPr lang="en-GB" sz="1400" b="1" u="none" strike="noStrike" kern="1200">
                          <a:solidFill>
                            <a:schemeClr val="tx1"/>
                          </a:solidFill>
                          <a:effectLst/>
                          <a:latin typeface="GT Ultra Lloyds Light"/>
                        </a:rPr>
                        <a:t>Registration and refreshments </a:t>
                      </a:r>
                      <a:endParaRPr lang="en-GB" sz="1400" b="1" i="0" u="none" strike="noStrike" kern="1200">
                        <a:solidFill>
                          <a:schemeClr val="tx1"/>
                        </a:solidFill>
                        <a:effectLst/>
                        <a:latin typeface="GT Ultra Lloyds Light"/>
                        <a:ea typeface="+mn-ea"/>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609070"/>
                  </a:ext>
                </a:extLst>
              </a:tr>
              <a:tr h="371600">
                <a:tc>
                  <a:txBody>
                    <a:bodyPr/>
                    <a:lstStyle/>
                    <a:p>
                      <a:pPr marL="71755" algn="l" fontAlgn="ctr"/>
                      <a:r>
                        <a:rPr lang="en-GB" sz="1400" b="0" i="0" u="none" strike="noStrike">
                          <a:solidFill>
                            <a:srgbClr val="000000"/>
                          </a:solidFill>
                          <a:effectLst/>
                          <a:latin typeface="GT Ultra Lloyds Light"/>
                          <a:cs typeface="Poppins"/>
                        </a:rPr>
                        <a:t>10:00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fontAlgn="ctr"/>
                      <a:r>
                        <a:rPr lang="en-GB" sz="1400" b="0" i="0" u="none" strike="noStrike">
                          <a:solidFill>
                            <a:srgbClr val="000000"/>
                          </a:solidFill>
                          <a:effectLst/>
                          <a:latin typeface="GT Ultra Lloyds Light"/>
                          <a:cs typeface="Poppins"/>
                        </a:rPr>
                        <a:t>10:30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marR="0" lvl="0" indent="0" algn="l" defTabSz="914400" rtl="0" eaLnBrk="1" fontAlgn="ctr" latinLnBrk="0" hangingPunct="1">
                        <a:lnSpc>
                          <a:spcPct val="100000"/>
                        </a:lnSpc>
                        <a:spcBef>
                          <a:spcPts val="0"/>
                        </a:spcBef>
                        <a:spcAft>
                          <a:spcPts val="0"/>
                        </a:spcAft>
                        <a:buClrTx/>
                        <a:buSzTx/>
                        <a:buFontTx/>
                        <a:buNone/>
                        <a:tabLst/>
                        <a:defRPr/>
                      </a:pPr>
                      <a:r>
                        <a:rPr lang="en-GB" sz="1400" b="1" u="none" strike="noStrike" kern="1200">
                          <a:solidFill>
                            <a:schemeClr val="tx1"/>
                          </a:solidFill>
                          <a:effectLst/>
                          <a:latin typeface="GT Ultra Lloyds Light"/>
                        </a:rPr>
                        <a:t>Welcome</a:t>
                      </a:r>
                      <a:endParaRPr lang="en-GB" sz="1400" b="1" i="0" u="none" strike="noStrike" kern="1200">
                        <a:solidFill>
                          <a:schemeClr val="tx1"/>
                        </a:solidFill>
                        <a:effectLst/>
                        <a:latin typeface="GT Ultra Lloyds Light"/>
                        <a:ea typeface="+mn-ea"/>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8102556"/>
                  </a:ext>
                </a:extLst>
              </a:tr>
              <a:tr h="371600">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u="none" strike="noStrike" kern="1200">
                          <a:solidFill>
                            <a:srgbClr val="000000"/>
                          </a:solidFill>
                          <a:effectLst/>
                          <a:latin typeface="GT Ultra Lloyds Light"/>
                        </a:rPr>
                        <a:t>10:30</a:t>
                      </a:r>
                      <a:endParaRPr lang="en-GB" sz="1400" b="0" i="0" u="none" strike="noStrike" kern="1200">
                        <a:solidFill>
                          <a:srgbClr val="000000"/>
                        </a:solidFill>
                        <a:effectLst/>
                        <a:latin typeface="GT Ultra Lloyds Light"/>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u="none" strike="noStrike" kern="1200">
                          <a:solidFill>
                            <a:srgbClr val="000000"/>
                          </a:solidFill>
                          <a:effectLst/>
                          <a:latin typeface="GT Ultra Lloyds Light"/>
                        </a:rPr>
                        <a:t>11:00</a:t>
                      </a:r>
                      <a:endParaRPr lang="en-GB" sz="1400" b="0" i="0" u="none" strike="noStrike" kern="1200">
                        <a:solidFill>
                          <a:srgbClr val="000000"/>
                        </a:solidFill>
                        <a:effectLst/>
                        <a:latin typeface="GT Ultra Lloyds Light"/>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algn="l" fontAlgn="ctr"/>
                      <a:r>
                        <a:rPr lang="en-GB" sz="1400" b="1" i="0" u="none" strike="noStrike" kern="1200">
                          <a:solidFill>
                            <a:schemeClr val="tx1"/>
                          </a:solidFill>
                          <a:effectLst/>
                          <a:latin typeface="GT Ultra Lloyds Light"/>
                          <a:ea typeface="+mn-ea"/>
                          <a:cs typeface="Poppins"/>
                        </a:rPr>
                        <a:t>Speed Networking</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2048034"/>
                  </a:ext>
                </a:extLst>
              </a:tr>
              <a:tr h="371600">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11:00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11:15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algn="l" fontAlgn="ctr"/>
                      <a:r>
                        <a:rPr lang="en-US" sz="1400" b="1">
                          <a:latin typeface="GT Ultra Lloyds Light"/>
                        </a:rPr>
                        <a:t>Break</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extLst>
                  <a:ext uri="{0D108BD9-81ED-4DB2-BD59-A6C34878D82A}">
                    <a16:rowId xmlns:a16="http://schemas.microsoft.com/office/drawing/2014/main" val="1195625458"/>
                  </a:ext>
                </a:extLst>
              </a:tr>
              <a:tr h="371600">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11:15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11:45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algn="l" fontAlgn="ctr"/>
                      <a:r>
                        <a:rPr lang="en-GB" sz="1400" b="1" i="0" u="none" strike="noStrike">
                          <a:solidFill>
                            <a:srgbClr val="000000"/>
                          </a:solidFill>
                          <a:effectLst/>
                          <a:latin typeface="GT Ultra Lloyds Light"/>
                          <a:cs typeface="Poppins"/>
                        </a:rPr>
                        <a:t>Senior Leader Welcome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1492349"/>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11:45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12:30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400" b="1" i="0" u="none" strike="noStrike">
                          <a:solidFill>
                            <a:srgbClr val="000000"/>
                          </a:solidFill>
                          <a:effectLst/>
                          <a:latin typeface="GT Ultra Lloyds Light"/>
                          <a:cs typeface="Poppins"/>
                        </a:rPr>
                        <a:t>Aspire Panel</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289554"/>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12:30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13:30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p>
                      <a:pPr marL="107950" algn="l" fontAlgn="ctr"/>
                      <a:r>
                        <a:rPr lang="en-GB" sz="1400" b="1" i="0" u="none" strike="noStrike">
                          <a:solidFill>
                            <a:srgbClr val="000000"/>
                          </a:solidFill>
                          <a:effectLst/>
                          <a:latin typeface="GT Ultra Lloyds Light"/>
                          <a:cs typeface="Poppins"/>
                        </a:rPr>
                        <a:t>Lunch</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extLst>
                  <a:ext uri="{0D108BD9-81ED-4DB2-BD59-A6C34878D82A}">
                    <a16:rowId xmlns:a16="http://schemas.microsoft.com/office/drawing/2014/main" val="4158056572"/>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13:30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13:40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400" b="1" i="0" u="none" strike="noStrike">
                          <a:solidFill>
                            <a:srgbClr val="000000"/>
                          </a:solidFill>
                          <a:effectLst/>
                          <a:latin typeface="GT Ultra Lloyds Light"/>
                          <a:cs typeface="Poppins"/>
                        </a:rPr>
                        <a:t>Introduction to Blueprint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171328"/>
                  </a:ext>
                </a:extLst>
              </a:tr>
              <a:tr h="47498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13:40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15:15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400" b="1" i="0" u="none" strike="noStrike">
                          <a:solidFill>
                            <a:srgbClr val="000000"/>
                          </a:solidFill>
                          <a:effectLst/>
                          <a:latin typeface="GT Ultra Lloyds Light"/>
                          <a:cs typeface="Poppins"/>
                        </a:rPr>
                        <a:t>Part 1 ‘Faster Forward – Build Your Career from Day One’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1276431"/>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15:15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15:30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tc>
                  <a:txBody>
                    <a:bodyPr/>
                    <a:lstStyle/>
                    <a:p>
                      <a:pPr marL="107950" algn="l" fontAlgn="ctr"/>
                      <a:r>
                        <a:rPr lang="en-GB" sz="1400" b="1" i="0" u="none" strike="noStrike">
                          <a:solidFill>
                            <a:srgbClr val="000000"/>
                          </a:solidFill>
                          <a:effectLst/>
                          <a:latin typeface="GT Ultra Lloyds Light"/>
                          <a:cs typeface="Poppins"/>
                        </a:rPr>
                        <a:t>Break</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2E3CE"/>
                    </a:solidFill>
                  </a:tcPr>
                </a:tc>
                <a:extLst>
                  <a:ext uri="{0D108BD9-81ED-4DB2-BD59-A6C34878D82A}">
                    <a16:rowId xmlns:a16="http://schemas.microsoft.com/office/drawing/2014/main" val="3124324072"/>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15:30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16:45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400" b="1" i="0" u="none" strike="noStrike">
                          <a:solidFill>
                            <a:srgbClr val="000000"/>
                          </a:solidFill>
                          <a:effectLst/>
                          <a:latin typeface="GT Ultra Lloyds Light"/>
                          <a:cs typeface="Poppins"/>
                        </a:rPr>
                        <a:t>Part 2 ‘Faster Forward – Build Your Career from Day One’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356628"/>
                  </a:ext>
                </a:extLst>
              </a:tr>
              <a:tr h="371600">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16:45</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algn="l" defTabSz="914400" rtl="0" eaLnBrk="1" fontAlgn="ctr" latinLnBrk="0" hangingPunct="1"/>
                      <a:r>
                        <a:rPr lang="en-GB" sz="1400" b="0" i="0" u="none" strike="noStrike" kern="1200">
                          <a:solidFill>
                            <a:srgbClr val="000000"/>
                          </a:solidFill>
                          <a:effectLst/>
                          <a:latin typeface="GT Ultra Lloyds Light"/>
                          <a:ea typeface="+mn-ea"/>
                          <a:cs typeface="Poppins"/>
                        </a:rPr>
                        <a:t>17:00</a:t>
                      </a: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400" b="1" i="0" u="none" strike="noStrike">
                          <a:solidFill>
                            <a:srgbClr val="000000"/>
                          </a:solidFill>
                          <a:effectLst/>
                          <a:latin typeface="GT Ultra Lloyds Light"/>
                          <a:cs typeface="Poppins"/>
                        </a:rPr>
                        <a:t>Positioning Day 2</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2623711"/>
                  </a:ext>
                </a:extLst>
              </a:tr>
            </a:tbl>
          </a:graphicData>
        </a:graphic>
      </p:graphicFrame>
    </p:spTree>
    <p:extLst>
      <p:ext uri="{BB962C8B-B14F-4D97-AF65-F5344CB8AC3E}">
        <p14:creationId xmlns:p14="http://schemas.microsoft.com/office/powerpoint/2010/main" val="2337978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4A443-765F-1273-8F4A-F3C6259461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FDB9B7-FABE-E525-A44B-C4C6F6CC11E1}"/>
              </a:ext>
            </a:extLst>
          </p:cNvPr>
          <p:cNvSpPr/>
          <p:nvPr/>
        </p:nvSpPr>
        <p:spPr>
          <a:xfrm>
            <a:off x="0" y="0"/>
            <a:ext cx="12192000" cy="6858000"/>
          </a:xfrm>
          <a:prstGeom prst="rect">
            <a:avLst/>
          </a:prstGeom>
          <a:solidFill>
            <a:srgbClr val="C7FF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GT Ultra Lloyds Regular"/>
              <a:ea typeface="+mn-ea"/>
              <a:cs typeface="+mn-cs"/>
            </a:endParaRPr>
          </a:p>
        </p:txBody>
      </p:sp>
      <p:pic>
        <p:nvPicPr>
          <p:cNvPr id="7" name="Graphic 6">
            <a:extLst>
              <a:ext uri="{FF2B5EF4-FFF2-40B4-BE49-F238E27FC236}">
                <a16:creationId xmlns:a16="http://schemas.microsoft.com/office/drawing/2014/main" id="{3826CEDB-BEB8-CD6A-2CDD-0E8224636D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76737" y="221166"/>
            <a:ext cx="716750" cy="673888"/>
          </a:xfrm>
          <a:prstGeom prst="rect">
            <a:avLst/>
          </a:prstGeom>
        </p:spPr>
      </p:pic>
      <p:sp>
        <p:nvSpPr>
          <p:cNvPr id="3" name="Title 2">
            <a:extLst>
              <a:ext uri="{FF2B5EF4-FFF2-40B4-BE49-F238E27FC236}">
                <a16:creationId xmlns:a16="http://schemas.microsoft.com/office/drawing/2014/main" id="{8CEAE99C-5B90-5B29-6B5F-AFE627012684}"/>
              </a:ext>
            </a:extLst>
          </p:cNvPr>
          <p:cNvSpPr>
            <a:spLocks noGrp="1"/>
          </p:cNvSpPr>
          <p:nvPr>
            <p:ph type="title"/>
          </p:nvPr>
        </p:nvSpPr>
        <p:spPr>
          <a:xfrm>
            <a:off x="298501" y="221166"/>
            <a:ext cx="11410850" cy="998846"/>
          </a:xfrm>
        </p:spPr>
        <p:txBody>
          <a:bodyPr vert="horz"/>
          <a:lstStyle/>
          <a:p>
            <a:r>
              <a:rPr lang="en-GB"/>
              <a:t>Session Information</a:t>
            </a:r>
          </a:p>
        </p:txBody>
      </p:sp>
      <p:sp>
        <p:nvSpPr>
          <p:cNvPr id="5" name="Slide Number Placeholder 4">
            <a:extLst>
              <a:ext uri="{FF2B5EF4-FFF2-40B4-BE49-F238E27FC236}">
                <a16:creationId xmlns:a16="http://schemas.microsoft.com/office/drawing/2014/main" id="{FCB30AC0-D7CF-0B55-DA5F-066D6E5A6667}"/>
              </a:ext>
            </a:extLst>
          </p:cNvPr>
          <p:cNvSpPr>
            <a:spLocks noGrp="1"/>
          </p:cNvSpPr>
          <p:nvPr>
            <p:ph type="sldNum" sz="quarter" idx="11"/>
          </p:nvPr>
        </p:nvSpPr>
        <p:spPr>
          <a:xfrm>
            <a:off x="11481517" y="6552028"/>
            <a:ext cx="311971" cy="152468"/>
          </a:xfrm>
        </p:spPr>
        <p:txBody>
          <a:bodyPr/>
          <a:lstStyle/>
          <a:p>
            <a:pPr marL="0" marR="0" lvl="0" indent="0" algn="r" defTabSz="914413" eaLnBrk="1" fontAlgn="auto" latinLnBrk="0" hangingPunct="1">
              <a:lnSpc>
                <a:spcPct val="100000"/>
              </a:lnSpc>
              <a:spcBef>
                <a:spcPts val="0"/>
              </a:spcBef>
              <a:spcAft>
                <a:spcPts val="0"/>
              </a:spcAft>
              <a:buClrTx/>
              <a:buSzTx/>
              <a:buFontTx/>
              <a:buNone/>
              <a:tabLst/>
              <a:defRPr/>
            </a:pPr>
            <a:fld id="{D05BFB15-FC18-4DE5-A1D6-75E08CC6C47C}" type="slidenum">
              <a:rPr kumimoji="0" lang="en-GB" sz="800" b="0" i="0" u="none" strike="noStrike" kern="0" cap="none" spc="0" normalizeH="0" baseline="0" noProof="0">
                <a:ln>
                  <a:noFill/>
                </a:ln>
                <a:solidFill>
                  <a:prstClr val="black"/>
                </a:solidFill>
                <a:effectLst/>
                <a:uLnTx/>
                <a:uFillTx/>
                <a:latin typeface="GT Ultra Lloyds Regular"/>
              </a:rPr>
              <a:pPr marL="0" marR="0" lvl="0" indent="0" algn="r" defTabSz="914413" eaLnBrk="1" fontAlgn="auto" latinLnBrk="0" hangingPunct="1">
                <a:lnSpc>
                  <a:spcPct val="100000"/>
                </a:lnSpc>
                <a:spcBef>
                  <a:spcPts val="0"/>
                </a:spcBef>
                <a:spcAft>
                  <a:spcPts val="0"/>
                </a:spcAft>
                <a:buClrTx/>
                <a:buSzTx/>
                <a:buFontTx/>
                <a:buNone/>
                <a:tabLst/>
                <a:defRPr/>
              </a:pPr>
              <a:t>5</a:t>
            </a:fld>
            <a:endParaRPr kumimoji="0" lang="en-GB" sz="800" b="0" i="0" u="none" strike="noStrike" kern="0" cap="none" spc="0" normalizeH="0" baseline="0" noProof="0">
              <a:ln>
                <a:noFill/>
              </a:ln>
              <a:solidFill>
                <a:prstClr val="black"/>
              </a:solidFill>
              <a:effectLst/>
              <a:uLnTx/>
              <a:uFillTx/>
              <a:latin typeface="GT Ultra Lloyds Regular"/>
            </a:endParaRPr>
          </a:p>
        </p:txBody>
      </p:sp>
      <p:graphicFrame>
        <p:nvGraphicFramePr>
          <p:cNvPr id="20" name="Table 19">
            <a:extLst>
              <a:ext uri="{FF2B5EF4-FFF2-40B4-BE49-F238E27FC236}">
                <a16:creationId xmlns:a16="http://schemas.microsoft.com/office/drawing/2014/main" id="{AD924362-123F-4362-3A13-040B9A2F93E9}"/>
              </a:ext>
            </a:extLst>
          </p:cNvPr>
          <p:cNvGraphicFramePr>
            <a:graphicFrameLocks noGrp="1"/>
          </p:cNvGraphicFramePr>
          <p:nvPr>
            <p:extLst>
              <p:ext uri="{D42A27DB-BD31-4B8C-83A1-F6EECF244321}">
                <p14:modId xmlns:p14="http://schemas.microsoft.com/office/powerpoint/2010/main" val="1992935116"/>
              </p:ext>
            </p:extLst>
          </p:nvPr>
        </p:nvGraphicFramePr>
        <p:xfrm>
          <a:off x="298501" y="1167223"/>
          <a:ext cx="11410850" cy="4690408"/>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98946">
                  <a:extLst>
                    <a:ext uri="{9D8B030D-6E8A-4147-A177-3AD203B41FA5}">
                      <a16:colId xmlns:a16="http://schemas.microsoft.com/office/drawing/2014/main" val="1788553786"/>
                    </a:ext>
                  </a:extLst>
                </a:gridCol>
                <a:gridCol w="798946">
                  <a:extLst>
                    <a:ext uri="{9D8B030D-6E8A-4147-A177-3AD203B41FA5}">
                      <a16:colId xmlns:a16="http://schemas.microsoft.com/office/drawing/2014/main" val="3620150842"/>
                    </a:ext>
                  </a:extLst>
                </a:gridCol>
                <a:gridCol w="4029845">
                  <a:extLst>
                    <a:ext uri="{9D8B030D-6E8A-4147-A177-3AD203B41FA5}">
                      <a16:colId xmlns:a16="http://schemas.microsoft.com/office/drawing/2014/main" val="3792326649"/>
                    </a:ext>
                  </a:extLst>
                </a:gridCol>
                <a:gridCol w="5783113">
                  <a:extLst>
                    <a:ext uri="{9D8B030D-6E8A-4147-A177-3AD203B41FA5}">
                      <a16:colId xmlns:a16="http://schemas.microsoft.com/office/drawing/2014/main" val="2118915884"/>
                    </a:ext>
                  </a:extLst>
                </a:gridCol>
              </a:tblGrid>
              <a:tr h="0">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71755" algn="l"/>
                      <a:r>
                        <a:rPr lang="en-GB" sz="1400" b="1">
                          <a:solidFill>
                            <a:schemeClr val="tx1"/>
                          </a:solidFill>
                          <a:latin typeface="GT Ultra Lloyds Light"/>
                        </a:rPr>
                        <a:t>Start Time</a:t>
                      </a:r>
                      <a:endParaRPr lang="en-GB" sz="1400" b="1">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71755" algn="l"/>
                      <a:r>
                        <a:rPr lang="en-GB" sz="1400" b="1" kern="1200">
                          <a:solidFill>
                            <a:schemeClr val="tx1"/>
                          </a:solidFill>
                          <a:latin typeface="GT Ultra Lloyds Light"/>
                          <a:ea typeface="+mn-ea"/>
                          <a:cs typeface="+mn-cs"/>
                        </a:rPr>
                        <a:t>End</a:t>
                      </a:r>
                      <a:r>
                        <a:rPr lang="en-GB" sz="1400" b="1">
                          <a:solidFill>
                            <a:schemeClr val="tx1"/>
                          </a:solidFill>
                          <a:latin typeface="GT Ultra Lloyds Light"/>
                        </a:rPr>
                        <a:t> Time</a:t>
                      </a:r>
                      <a:endParaRPr lang="en-GB" sz="1400" b="1">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tc>
                  <a:txBody>
                    <a:bodyPr/>
                    <a:lstStyle>
                      <a:lvl1pPr marL="0" algn="l" defTabSz="1507937" rtl="0" eaLnBrk="1" latinLnBrk="0" hangingPunct="1">
                        <a:defRPr sz="2968" b="1" kern="1200">
                          <a:solidFill>
                            <a:schemeClr val="bg1"/>
                          </a:solidFill>
                          <a:latin typeface="Calibri" panose="020F0502020204030204"/>
                        </a:defRPr>
                      </a:lvl1pPr>
                      <a:lvl2pPr marL="753969" algn="l" defTabSz="1507937" rtl="0" eaLnBrk="1" latinLnBrk="0" hangingPunct="1">
                        <a:defRPr sz="2968" b="1" kern="1200">
                          <a:solidFill>
                            <a:schemeClr val="bg1"/>
                          </a:solidFill>
                          <a:latin typeface="Calibri" panose="020F0502020204030204"/>
                        </a:defRPr>
                      </a:lvl2pPr>
                      <a:lvl3pPr marL="1507937" algn="l" defTabSz="1507937" rtl="0" eaLnBrk="1" latinLnBrk="0" hangingPunct="1">
                        <a:defRPr sz="2968" b="1" kern="1200">
                          <a:solidFill>
                            <a:schemeClr val="bg1"/>
                          </a:solidFill>
                          <a:latin typeface="Calibri" panose="020F0502020204030204"/>
                        </a:defRPr>
                      </a:lvl3pPr>
                      <a:lvl4pPr marL="2261906" algn="l" defTabSz="1507937" rtl="0" eaLnBrk="1" latinLnBrk="0" hangingPunct="1">
                        <a:defRPr sz="2968" b="1" kern="1200">
                          <a:solidFill>
                            <a:schemeClr val="bg1"/>
                          </a:solidFill>
                          <a:latin typeface="Calibri" panose="020F0502020204030204"/>
                        </a:defRPr>
                      </a:lvl4pPr>
                      <a:lvl5pPr marL="3015874" algn="l" defTabSz="1507937" rtl="0" eaLnBrk="1" latinLnBrk="0" hangingPunct="1">
                        <a:defRPr sz="2968" b="1" kern="1200">
                          <a:solidFill>
                            <a:schemeClr val="bg1"/>
                          </a:solidFill>
                          <a:latin typeface="Calibri" panose="020F0502020204030204"/>
                        </a:defRPr>
                      </a:lvl5pPr>
                      <a:lvl6pPr marL="3769843" algn="l" defTabSz="1507937" rtl="0" eaLnBrk="1" latinLnBrk="0" hangingPunct="1">
                        <a:defRPr sz="2968" b="1" kern="1200">
                          <a:solidFill>
                            <a:schemeClr val="bg1"/>
                          </a:solidFill>
                          <a:latin typeface="Calibri" panose="020F0502020204030204"/>
                        </a:defRPr>
                      </a:lvl6pPr>
                      <a:lvl7pPr marL="4523811" algn="l" defTabSz="1507937" rtl="0" eaLnBrk="1" latinLnBrk="0" hangingPunct="1">
                        <a:defRPr sz="2968" b="1" kern="1200">
                          <a:solidFill>
                            <a:schemeClr val="bg1"/>
                          </a:solidFill>
                          <a:latin typeface="Calibri" panose="020F0502020204030204"/>
                        </a:defRPr>
                      </a:lvl7pPr>
                      <a:lvl8pPr marL="5277780" algn="l" defTabSz="1507937" rtl="0" eaLnBrk="1" latinLnBrk="0" hangingPunct="1">
                        <a:defRPr sz="2968" b="1" kern="1200">
                          <a:solidFill>
                            <a:schemeClr val="bg1"/>
                          </a:solidFill>
                          <a:latin typeface="Calibri" panose="020F0502020204030204"/>
                        </a:defRPr>
                      </a:lvl8pPr>
                      <a:lvl9pPr marL="6031748" algn="l" defTabSz="1507937" rtl="0" eaLnBrk="1" latinLnBrk="0" hangingPunct="1">
                        <a:defRPr sz="2968" b="1" kern="1200">
                          <a:solidFill>
                            <a:schemeClr val="bg1"/>
                          </a:solidFill>
                          <a:latin typeface="Calibri" panose="020F0502020204030204"/>
                        </a:defRPr>
                      </a:lvl9pPr>
                    </a:lstStyle>
                    <a:p>
                      <a:pPr marL="107950" algn="l"/>
                      <a:r>
                        <a:rPr lang="en-GB" sz="1400" b="1">
                          <a:solidFill>
                            <a:schemeClr val="tx1"/>
                          </a:solidFill>
                          <a:latin typeface="GT Ultra Lloyds Light"/>
                        </a:rPr>
                        <a:t>Activity </a:t>
                      </a:r>
                      <a:endParaRPr lang="en-GB" sz="1400" b="1">
                        <a:solidFill>
                          <a:schemeClr val="tx1"/>
                        </a:solidFill>
                        <a:latin typeface="GT Ultra Lloyds Light"/>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tc>
                  <a:txBody>
                    <a:bodyPr/>
                    <a:lstStyle/>
                    <a:p>
                      <a:pPr marL="107950" algn="l"/>
                      <a:r>
                        <a:rPr lang="en-GB" sz="1400" b="1">
                          <a:solidFill>
                            <a:schemeClr val="tx1"/>
                          </a:solidFill>
                          <a:latin typeface="GT Ultra Lloyds Light"/>
                          <a:cs typeface="Poppins"/>
                        </a:rPr>
                        <a:t>What Does that Look Like?</a:t>
                      </a: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5B2F2"/>
                    </a:solidFill>
                  </a:tcPr>
                </a:tc>
                <a:extLst>
                  <a:ext uri="{0D108BD9-81ED-4DB2-BD59-A6C34878D82A}">
                    <a16:rowId xmlns:a16="http://schemas.microsoft.com/office/drawing/2014/main" val="1250356692"/>
                  </a:ext>
                </a:extLst>
              </a:tr>
              <a:tr h="346992">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a:buNone/>
                      </a:pPr>
                      <a:r>
                        <a:rPr lang="en-GB" sz="1200" b="0" u="none" strike="noStrike">
                          <a:solidFill>
                            <a:srgbClr val="000000"/>
                          </a:solidFill>
                          <a:effectLst/>
                          <a:latin typeface="GT Ultra Lloyds Light"/>
                        </a:rPr>
                        <a:t>09:00</a:t>
                      </a:r>
                      <a:endParaRPr lang="en-GB" sz="1200" b="0" i="0" u="none" strike="noStrike">
                        <a:solidFill>
                          <a:srgbClr val="000000"/>
                        </a:solidFill>
                        <a:effectLst/>
                        <a:latin typeface="GT Ultra Lloyds Light"/>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a:buNone/>
                      </a:pPr>
                      <a:r>
                        <a:rPr lang="en-GB" sz="1200" b="0" u="none" strike="noStrike">
                          <a:solidFill>
                            <a:srgbClr val="000000"/>
                          </a:solidFill>
                          <a:effectLst/>
                          <a:latin typeface="GT Ultra Lloyds Light"/>
                        </a:rPr>
                        <a:t>10:00</a:t>
                      </a:r>
                      <a:endParaRPr lang="en-GB" sz="1200" b="0" i="0" u="none" strike="noStrike">
                        <a:solidFill>
                          <a:srgbClr val="000000"/>
                        </a:solidFill>
                        <a:effectLst/>
                        <a:latin typeface="GT Ultra Lloyds Light"/>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lvl="0" algn="l">
                        <a:buNone/>
                      </a:pPr>
                      <a:r>
                        <a:rPr lang="en-GB" sz="1200" b="1" u="none" strike="noStrike" kern="1200">
                          <a:solidFill>
                            <a:schemeClr val="tx1"/>
                          </a:solidFill>
                          <a:effectLst/>
                          <a:latin typeface="GT Ultra Lloyds Light"/>
                        </a:rPr>
                        <a:t>Registration and refreshments </a:t>
                      </a:r>
                      <a:endParaRPr lang="en-GB" sz="1200" b="1" i="0" u="none" strike="noStrike" kern="1200">
                        <a:solidFill>
                          <a:schemeClr val="tx1"/>
                        </a:solidFill>
                        <a:effectLst/>
                        <a:latin typeface="GT Ultra Lloyds Light"/>
                        <a:ea typeface="+mn-ea"/>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i="0" u="none" strike="noStrike" kern="1200">
                          <a:solidFill>
                            <a:schemeClr val="tx1"/>
                          </a:solidFill>
                          <a:effectLst/>
                          <a:latin typeface="GT Ultra Lloyds Regular" pitchFamily="50" charset="0"/>
                          <a:ea typeface="+mn-ea"/>
                          <a:cs typeface="Poppins"/>
                        </a:rPr>
                        <a:t>Very informal, a chance to meet your peers over a coffee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609070"/>
                  </a:ext>
                </a:extLst>
              </a:tr>
              <a:tr h="346992">
                <a:tc>
                  <a:txBody>
                    <a:bodyPr/>
                    <a:lstStyle/>
                    <a:p>
                      <a:pPr marL="71755" lvl="0" algn="l">
                        <a:buNone/>
                      </a:pPr>
                      <a:r>
                        <a:rPr lang="en-GB" sz="1200" b="0" i="0" u="none" strike="noStrike">
                          <a:solidFill>
                            <a:srgbClr val="000000"/>
                          </a:solidFill>
                          <a:effectLst/>
                          <a:latin typeface="GT Ultra Lloyds Light"/>
                          <a:cs typeface="Poppins"/>
                        </a:rPr>
                        <a:t>10:00</a:t>
                      </a:r>
                      <a:endParaRPr lang="en-GB" sz="1200" b="0" i="0" u="none" strike="noStrike">
                        <a:solidFill>
                          <a:srgbClr val="000000"/>
                        </a:solidFill>
                        <a:effectLst/>
                        <a:latin typeface="GT Ultra Lloyds Regular" pitchFamily="50" charset="0"/>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a:buNone/>
                      </a:pPr>
                      <a:r>
                        <a:rPr lang="en-GB" sz="1200" b="0" i="0" u="none" strike="noStrike">
                          <a:solidFill>
                            <a:srgbClr val="000000"/>
                          </a:solidFill>
                          <a:effectLst/>
                          <a:latin typeface="GT Ultra Lloyds Light"/>
                          <a:cs typeface="Poppins"/>
                        </a:rPr>
                        <a:t>10:30</a:t>
                      </a:r>
                      <a:endParaRPr lang="en-GB" sz="1200" b="0" i="0" u="none" strike="noStrike">
                        <a:solidFill>
                          <a:srgbClr val="000000"/>
                        </a:solidFill>
                        <a:effectLst/>
                        <a:latin typeface="GT Ultra Lloyds Regular" pitchFamily="50" charset="0"/>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marR="0" lvl="0" indent="0" algn="l" defTabSz="914400" rtl="0">
                        <a:lnSpc>
                          <a:spcPct val="100000"/>
                        </a:lnSpc>
                        <a:spcBef>
                          <a:spcPts val="0"/>
                        </a:spcBef>
                        <a:spcAft>
                          <a:spcPts val="0"/>
                        </a:spcAft>
                        <a:buClrTx/>
                        <a:buSzTx/>
                        <a:buFontTx/>
                        <a:buNone/>
                        <a:tabLst/>
                        <a:defRPr/>
                      </a:pPr>
                      <a:r>
                        <a:rPr lang="en-GB" sz="1200" b="1" u="none" strike="noStrike" kern="1200">
                          <a:solidFill>
                            <a:schemeClr val="tx1"/>
                          </a:solidFill>
                          <a:effectLst/>
                          <a:latin typeface="GT Ultra Lloyds Light"/>
                        </a:rPr>
                        <a:t>Welcome</a:t>
                      </a:r>
                      <a:endParaRPr lang="en-GB" sz="1200" b="1" i="0" u="none" strike="noStrike" kern="1200">
                        <a:solidFill>
                          <a:schemeClr val="tx1"/>
                        </a:solidFill>
                        <a:effectLst/>
                        <a:latin typeface="GT Ultra Lloyds Light"/>
                        <a:ea typeface="+mn-ea"/>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i="0" u="none" strike="noStrike" kern="1200">
                          <a:solidFill>
                            <a:schemeClr val="tx1"/>
                          </a:solidFill>
                          <a:effectLst/>
                          <a:latin typeface="GT Ultra Lloyds Regular" pitchFamily="50" charset="0"/>
                          <a:ea typeface="+mn-ea"/>
                          <a:cs typeface="Poppins"/>
                        </a:rPr>
                        <a:t>We’ll hear from our Next Generation Talent Lead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2048034"/>
                  </a:ext>
                </a:extLst>
              </a:tr>
              <a:tr h="346992">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u="none" strike="noStrike" kern="1200">
                          <a:solidFill>
                            <a:srgbClr val="000000"/>
                          </a:solidFill>
                          <a:effectLst/>
                          <a:latin typeface="GT Ultra Lloyds Light"/>
                        </a:rPr>
                        <a:t>10:30</a:t>
                      </a:r>
                      <a:endParaRPr lang="en-GB" sz="1200" b="0" i="0" u="none" strike="noStrike" kern="1200">
                        <a:solidFill>
                          <a:srgbClr val="000000"/>
                        </a:solidFill>
                        <a:effectLst/>
                        <a:latin typeface="GT Ultra Lloyds Light"/>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u="none" strike="noStrike" kern="1200">
                          <a:solidFill>
                            <a:srgbClr val="000000"/>
                          </a:solidFill>
                          <a:effectLst/>
                          <a:latin typeface="GT Ultra Lloyds Light"/>
                        </a:rPr>
                        <a:t>11:00</a:t>
                      </a:r>
                      <a:endParaRPr lang="en-GB" sz="1200" b="0" i="0" u="none" strike="noStrike" kern="1200">
                        <a:solidFill>
                          <a:srgbClr val="000000"/>
                        </a:solidFill>
                        <a:effectLst/>
                        <a:latin typeface="GT Ultra Lloyds Light"/>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lvl="0" algn="l">
                        <a:buNone/>
                      </a:pPr>
                      <a:r>
                        <a:rPr lang="en-GB" sz="1200" b="1" i="0" u="none" strike="noStrike" kern="1200">
                          <a:solidFill>
                            <a:schemeClr val="tx1"/>
                          </a:solidFill>
                          <a:effectLst/>
                          <a:latin typeface="GT Ultra Lloyds Light"/>
                          <a:ea typeface="+mn-ea"/>
                          <a:cs typeface="Poppins"/>
                        </a:rPr>
                        <a:t>Speed Networking</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u="none" strike="noStrike" kern="1200">
                          <a:solidFill>
                            <a:schemeClr val="tx1"/>
                          </a:solidFill>
                          <a:effectLst/>
                          <a:latin typeface="GT Ultra Lloyds Regular" pitchFamily="50" charset="0"/>
                        </a:rPr>
                        <a:t>15 minutes to get to know more about the other Interns and IPs at your table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2624051"/>
                  </a:ext>
                </a:extLst>
              </a:tr>
              <a:tr h="346992">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11:00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11:15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lvl="0" algn="l">
                        <a:buNone/>
                      </a:pPr>
                      <a:r>
                        <a:rPr lang="en-US" sz="1200" b="1">
                          <a:latin typeface="GT Ultra Lloyds Light"/>
                        </a:rPr>
                        <a:t>Break</a:t>
                      </a:r>
                      <a:endParaRPr lang="en-GB" sz="1200" b="0" u="none" strike="noStrike" kern="1200">
                        <a:solidFill>
                          <a:schemeClr val="tx1"/>
                        </a:solidFill>
                        <a:effectLst/>
                        <a:latin typeface="GT Ultra Lloyds Regular" pitchFamily="50"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07950" marR="0" lvl="0" indent="0" algn="l" defTabSz="914413" rtl="0" eaLnBrk="1" fontAlgn="ctr" latinLnBrk="0" hangingPunct="1">
                        <a:lnSpc>
                          <a:spcPct val="100000"/>
                        </a:lnSpc>
                        <a:spcBef>
                          <a:spcPts val="0"/>
                        </a:spcBef>
                        <a:spcAft>
                          <a:spcPts val="0"/>
                        </a:spcAft>
                        <a:buClrTx/>
                        <a:buSzTx/>
                        <a:buFontTx/>
                        <a:buNone/>
                        <a:tabLst/>
                        <a:defRPr/>
                      </a:pPr>
                      <a:endParaRPr lang="en-GB" sz="1200" b="0" u="none" strike="noStrike" kern="1200">
                        <a:solidFill>
                          <a:schemeClr val="tx1"/>
                        </a:solidFill>
                        <a:effectLst/>
                        <a:latin typeface="GT Ultra Lloyds Regular" pitchFamily="50"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5625458"/>
                  </a:ext>
                </a:extLst>
              </a:tr>
              <a:tr h="346992">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11:15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11:45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lvl="0" algn="l">
                        <a:buNone/>
                      </a:pPr>
                      <a:r>
                        <a:rPr lang="en-GB" sz="1200" b="1" i="0" u="none" strike="noStrike">
                          <a:solidFill>
                            <a:srgbClr val="000000"/>
                          </a:solidFill>
                          <a:effectLst/>
                          <a:latin typeface="GT Ultra Lloyds Light"/>
                          <a:cs typeface="Poppins"/>
                        </a:rPr>
                        <a:t>Senior Leader Welcome</a:t>
                      </a:r>
                      <a:endParaRPr lang="en-US" sz="1200" b="0">
                        <a:latin typeface="GT Ultra Lloyds Regular" pitchFamily="50"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marR="0" lvl="0" indent="0" algn="l" defTabSz="914413" rtl="0" eaLnBrk="1" fontAlgn="ctr" latinLnBrk="0" hangingPunct="1">
                        <a:lnSpc>
                          <a:spcPct val="100000"/>
                        </a:lnSpc>
                        <a:spcBef>
                          <a:spcPts val="0"/>
                        </a:spcBef>
                        <a:spcAft>
                          <a:spcPts val="0"/>
                        </a:spcAft>
                        <a:buClrTx/>
                        <a:buSzTx/>
                        <a:buFontTx/>
                        <a:buNone/>
                        <a:tabLst/>
                        <a:defRPr/>
                      </a:pPr>
                      <a:r>
                        <a:rPr lang="en-GB" sz="1200" b="0" u="none" strike="noStrike" kern="1200">
                          <a:solidFill>
                            <a:schemeClr val="tx1"/>
                          </a:solidFill>
                          <a:effectLst/>
                          <a:latin typeface="GT Ultra Lloyds Regular" pitchFamily="50" charset="0"/>
                        </a:rPr>
                        <a:t>We’ve invited a senior leader to our event so it’s a great chance to hear about their career and ask questions</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1492349"/>
                  </a:ext>
                </a:extLst>
              </a:tr>
              <a:tr h="346992">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11:45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71755" lvl="0" algn="l" defTabSz="914400" rtl="0">
                        <a:buNone/>
                      </a:pPr>
                      <a:r>
                        <a:rPr lang="en-GB" sz="1200" b="0" i="0" u="none" strike="noStrike" kern="1200">
                          <a:solidFill>
                            <a:srgbClr val="000000"/>
                          </a:solidFill>
                          <a:effectLst/>
                          <a:latin typeface="GT Ultra Lloyds Light"/>
                          <a:ea typeface="+mn-ea"/>
                          <a:cs typeface="Poppins"/>
                        </a:rPr>
                        <a:t>12:30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1507937" rtl="0" eaLnBrk="1" latinLnBrk="0" hangingPunct="1">
                        <a:defRPr sz="2968" kern="1200">
                          <a:solidFill>
                            <a:schemeClr val="tx1"/>
                          </a:solidFill>
                          <a:latin typeface="Calibri" panose="020F0502020204030204"/>
                        </a:defRPr>
                      </a:lvl1pPr>
                      <a:lvl2pPr marL="753969" algn="l" defTabSz="1507937" rtl="0" eaLnBrk="1" latinLnBrk="0" hangingPunct="1">
                        <a:defRPr sz="2968" kern="1200">
                          <a:solidFill>
                            <a:schemeClr val="tx1"/>
                          </a:solidFill>
                          <a:latin typeface="Calibri" panose="020F0502020204030204"/>
                        </a:defRPr>
                      </a:lvl2pPr>
                      <a:lvl3pPr marL="1507937" algn="l" defTabSz="1507937" rtl="0" eaLnBrk="1" latinLnBrk="0" hangingPunct="1">
                        <a:defRPr sz="2968" kern="1200">
                          <a:solidFill>
                            <a:schemeClr val="tx1"/>
                          </a:solidFill>
                          <a:latin typeface="Calibri" panose="020F0502020204030204"/>
                        </a:defRPr>
                      </a:lvl3pPr>
                      <a:lvl4pPr marL="2261906" algn="l" defTabSz="1507937" rtl="0" eaLnBrk="1" latinLnBrk="0" hangingPunct="1">
                        <a:defRPr sz="2968" kern="1200">
                          <a:solidFill>
                            <a:schemeClr val="tx1"/>
                          </a:solidFill>
                          <a:latin typeface="Calibri" panose="020F0502020204030204"/>
                        </a:defRPr>
                      </a:lvl4pPr>
                      <a:lvl5pPr marL="3015874" algn="l" defTabSz="1507937" rtl="0" eaLnBrk="1" latinLnBrk="0" hangingPunct="1">
                        <a:defRPr sz="2968" kern="1200">
                          <a:solidFill>
                            <a:schemeClr val="tx1"/>
                          </a:solidFill>
                          <a:latin typeface="Calibri" panose="020F0502020204030204"/>
                        </a:defRPr>
                      </a:lvl5pPr>
                      <a:lvl6pPr marL="3769843" algn="l" defTabSz="1507937" rtl="0" eaLnBrk="1" latinLnBrk="0" hangingPunct="1">
                        <a:defRPr sz="2968" kern="1200">
                          <a:solidFill>
                            <a:schemeClr val="tx1"/>
                          </a:solidFill>
                          <a:latin typeface="Calibri" panose="020F0502020204030204"/>
                        </a:defRPr>
                      </a:lvl6pPr>
                      <a:lvl7pPr marL="4523811" algn="l" defTabSz="1507937" rtl="0" eaLnBrk="1" latinLnBrk="0" hangingPunct="1">
                        <a:defRPr sz="2968" kern="1200">
                          <a:solidFill>
                            <a:schemeClr val="tx1"/>
                          </a:solidFill>
                          <a:latin typeface="Calibri" panose="020F0502020204030204"/>
                        </a:defRPr>
                      </a:lvl7pPr>
                      <a:lvl8pPr marL="5277780" algn="l" defTabSz="1507937" rtl="0" eaLnBrk="1" latinLnBrk="0" hangingPunct="1">
                        <a:defRPr sz="2968" kern="1200">
                          <a:solidFill>
                            <a:schemeClr val="tx1"/>
                          </a:solidFill>
                          <a:latin typeface="Calibri" panose="020F0502020204030204"/>
                        </a:defRPr>
                      </a:lvl8pPr>
                      <a:lvl9pPr marL="6031748" algn="l" defTabSz="1507937" rtl="0" eaLnBrk="1" latinLnBrk="0" hangingPunct="1">
                        <a:defRPr sz="2968" kern="1200">
                          <a:solidFill>
                            <a:schemeClr val="tx1"/>
                          </a:solidFill>
                          <a:latin typeface="Calibri" panose="020F0502020204030204"/>
                        </a:defRPr>
                      </a:lvl9pPr>
                    </a:lstStyle>
                    <a:p>
                      <a:pPr marL="107950" lvl="0" algn="l">
                        <a:buNone/>
                      </a:pPr>
                      <a:r>
                        <a:rPr lang="en-GB" sz="1200" b="1" i="0" u="none" strike="noStrike">
                          <a:solidFill>
                            <a:srgbClr val="000000"/>
                          </a:solidFill>
                          <a:effectLst/>
                          <a:latin typeface="GT Ultra Lloyds Light"/>
                          <a:cs typeface="Poppins"/>
                        </a:rPr>
                        <a:t>Aspire Panel</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marR="0" lvl="0" indent="0" algn="l" defTabSz="914413" rtl="0" eaLnBrk="1" fontAlgn="ctr" latinLnBrk="0" hangingPunct="1">
                        <a:lnSpc>
                          <a:spcPct val="100000"/>
                        </a:lnSpc>
                        <a:spcBef>
                          <a:spcPts val="0"/>
                        </a:spcBef>
                        <a:spcAft>
                          <a:spcPts val="0"/>
                        </a:spcAft>
                        <a:buClrTx/>
                        <a:buSzTx/>
                        <a:buFontTx/>
                        <a:buNone/>
                        <a:tabLst/>
                        <a:defRPr/>
                      </a:pPr>
                      <a:r>
                        <a:rPr lang="en-GB" sz="1200" b="0" i="0" u="none" strike="noStrike">
                          <a:solidFill>
                            <a:srgbClr val="000000"/>
                          </a:solidFill>
                          <a:effectLst/>
                          <a:latin typeface="GT Ultra Lloyds Regular" pitchFamily="50" charset="0"/>
                          <a:cs typeface="Poppins"/>
                        </a:rPr>
                        <a:t>Hear from our current Graduates and Apprentices with our Aspire Panel session. A great opportunity to ask questions and get real insight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8056572"/>
                  </a:ext>
                </a:extLst>
              </a:tr>
              <a:tr h="346992">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12:30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13:30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07950" lvl="0" algn="l">
                        <a:buNone/>
                      </a:pPr>
                      <a:r>
                        <a:rPr lang="en-GB" sz="1200" b="1" i="0" u="none" strike="noStrike">
                          <a:solidFill>
                            <a:srgbClr val="000000"/>
                          </a:solidFill>
                          <a:effectLst/>
                          <a:latin typeface="GT Ultra Lloyds Light"/>
                          <a:cs typeface="Poppins"/>
                        </a:rPr>
                        <a:t>Lunch</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07950" algn="l" fontAlgn="ct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1276431"/>
                  </a:ext>
                </a:extLst>
              </a:tr>
              <a:tr h="346992">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13:30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13:40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lvl="0" algn="l">
                        <a:buNone/>
                      </a:pPr>
                      <a:r>
                        <a:rPr lang="en-GB" sz="1200" b="1" i="0" u="none" strike="noStrike">
                          <a:solidFill>
                            <a:srgbClr val="000000"/>
                          </a:solidFill>
                          <a:effectLst/>
                          <a:latin typeface="GT Ultra Lloyds Light"/>
                          <a:cs typeface="Poppins"/>
                        </a:rPr>
                        <a:t>Introduction to Blueprint</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i="0" u="none" strike="noStrike">
                          <a:solidFill>
                            <a:srgbClr val="000000"/>
                          </a:solidFill>
                          <a:effectLst/>
                          <a:latin typeface="GT Ultra Lloyds Regular" pitchFamily="50" charset="0"/>
                          <a:cs typeface="Poppins"/>
                        </a:rPr>
                        <a:t>An overview of the learning and development programme - Blueprint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4324072"/>
                  </a:ext>
                </a:extLst>
              </a:tr>
              <a:tr h="346992">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13:40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15:15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lvl="0" algn="l">
                        <a:buNone/>
                      </a:pPr>
                      <a:r>
                        <a:rPr lang="en-GB" sz="1200" b="1" i="0" u="none" strike="noStrike">
                          <a:solidFill>
                            <a:srgbClr val="000000"/>
                          </a:solidFill>
                          <a:effectLst/>
                          <a:latin typeface="GT Ultra Lloyds Light"/>
                          <a:cs typeface="Poppins"/>
                        </a:rPr>
                        <a:t>Part 1 ‘Faster Forward – Build Your Career from Day One’</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i="0" u="none" strike="noStrike">
                          <a:solidFill>
                            <a:srgbClr val="000000"/>
                          </a:solidFill>
                          <a:effectLst/>
                          <a:latin typeface="GT Ultra Lloyds Regular"/>
                          <a:cs typeface="Poppins"/>
                        </a:rPr>
                        <a:t>A session designed to introduce the Next Generation Talent proposition and how you can start to make an impact from day 1</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356628"/>
                  </a:ext>
                </a:extLst>
              </a:tr>
              <a:tr h="328044">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15:15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15:30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107950" lvl="0" algn="l">
                        <a:buNone/>
                      </a:pPr>
                      <a:r>
                        <a:rPr lang="en-GB" sz="1200" b="1" i="0" u="none" strike="noStrike">
                          <a:solidFill>
                            <a:srgbClr val="000000"/>
                          </a:solidFill>
                          <a:effectLst/>
                          <a:latin typeface="GT Ultra Lloyds Light"/>
                          <a:cs typeface="Poppins"/>
                        </a:rPr>
                        <a:t>Break</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07950" algn="l" fontAlgn="ct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2623711"/>
                  </a:ext>
                </a:extLst>
              </a:tr>
              <a:tr h="346992">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15:30</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rtl="0">
                        <a:buNone/>
                      </a:pPr>
                      <a:r>
                        <a:rPr lang="en-GB" sz="1200" b="0" i="0" u="none" strike="noStrike" kern="1200">
                          <a:solidFill>
                            <a:srgbClr val="000000"/>
                          </a:solidFill>
                          <a:effectLst/>
                          <a:latin typeface="GT Ultra Lloyds Light"/>
                          <a:ea typeface="+mn-ea"/>
                          <a:cs typeface="Poppins"/>
                        </a:rPr>
                        <a:t>16:45</a:t>
                      </a:r>
                      <a:endParaRPr lang="en-GB" sz="1200" b="0" i="0" u="none" strike="noStrike" kern="1200">
                        <a:solidFill>
                          <a:srgbClr val="000000"/>
                        </a:solidFill>
                        <a:effectLst/>
                        <a:latin typeface="GT Ultra Lloyds Regular" pitchFamily="50" charset="0"/>
                        <a:ea typeface="+mn-ea"/>
                        <a:cs typeface="Poppins"/>
                      </a:endParaRPr>
                    </a:p>
                  </a:txBody>
                  <a:tcPr marL="0" marR="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lvl="0" algn="l">
                        <a:buNone/>
                      </a:pPr>
                      <a:r>
                        <a:rPr lang="en-GB" sz="1200" b="1" i="0" u="none" strike="noStrike">
                          <a:solidFill>
                            <a:srgbClr val="000000"/>
                          </a:solidFill>
                          <a:effectLst/>
                          <a:latin typeface="GT Ultra Lloyds Light"/>
                          <a:cs typeface="Poppins"/>
                        </a:rPr>
                        <a:t>Part 2 ‘Faster Forward – Build Your Career from Day One’</a:t>
                      </a:r>
                      <a:endParaRPr lang="en-GB" sz="1200" b="0" i="0" u="none" strike="noStrike">
                        <a:solidFill>
                          <a:srgbClr val="000000"/>
                        </a:solidFill>
                        <a:effectLst/>
                        <a:latin typeface="GT Ultra Lloyds Regular"/>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marR="0" lvl="0" indent="0" algn="l" defTabSz="914413" rtl="0" eaLnBrk="1" fontAlgn="ctr" latinLnBrk="0" hangingPunct="1">
                        <a:lnSpc>
                          <a:spcPct val="100000"/>
                        </a:lnSpc>
                        <a:spcBef>
                          <a:spcPts val="0"/>
                        </a:spcBef>
                        <a:spcAft>
                          <a:spcPts val="0"/>
                        </a:spcAft>
                        <a:buClrTx/>
                        <a:buSzTx/>
                        <a:buFontTx/>
                        <a:buNone/>
                        <a:tabLst/>
                        <a:defRPr/>
                      </a:pPr>
                      <a:r>
                        <a:rPr lang="en-GB" sz="1200" b="0" i="0" u="none" strike="noStrike">
                          <a:solidFill>
                            <a:srgbClr val="000000"/>
                          </a:solidFill>
                          <a:effectLst/>
                          <a:latin typeface="+mn-lt"/>
                          <a:cs typeface="Poppins"/>
                        </a:rPr>
                        <a:t>Continuing from earlier session, it’s designed to introduce the Next Generation Talent proposition and how you can start to make an impact from day 1</a:t>
                      </a:r>
                      <a:endParaRPr lang="en-GB" sz="1200" b="0" i="0" u="none" strike="noStrike">
                        <a:solidFill>
                          <a:srgbClr val="000000"/>
                        </a:solidFill>
                        <a:effectLst/>
                        <a:latin typeface="GT Ultra Lloyds Regular" pitchFamily="50" charset="0"/>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8932509"/>
                  </a:ext>
                </a:extLst>
              </a:tr>
              <a:tr h="346992">
                <a:tc>
                  <a:txBody>
                    <a:bodyPr/>
                    <a:lstStyle/>
                    <a:p>
                      <a:pPr marL="71755" algn="l" defTabSz="914400" rtl="0" eaLnBrk="1" fontAlgn="ctr" latinLnBrk="0" hangingPunct="1"/>
                      <a:r>
                        <a:rPr lang="en-GB" sz="1200" b="0" i="0" u="none" strike="noStrike" kern="1200">
                          <a:solidFill>
                            <a:srgbClr val="000000"/>
                          </a:solidFill>
                          <a:effectLst/>
                          <a:latin typeface="GT Ultra Lloyds Regular"/>
                          <a:ea typeface="+mn-ea"/>
                          <a:cs typeface="Poppins"/>
                        </a:rPr>
                        <a:t>16:45</a:t>
                      </a:r>
                      <a:endParaRPr lang="en-GB" sz="1200" b="0" i="0" u="none" strike="noStrike" kern="1200">
                        <a:solidFill>
                          <a:srgbClr val="000000"/>
                        </a:solidFill>
                        <a:effectLst/>
                        <a:latin typeface="GT Ultra Lloyds Regular" pitchFamily="50" charset="0"/>
                        <a:ea typeface="+mn-ea"/>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71755" lvl="0" algn="l" defTabSz="914400">
                        <a:buNone/>
                      </a:pPr>
                      <a:r>
                        <a:rPr lang="en-GB" sz="1200" b="0" i="0" u="none" strike="noStrike" kern="1200">
                          <a:solidFill>
                            <a:srgbClr val="000000"/>
                          </a:solidFill>
                          <a:effectLst/>
                          <a:latin typeface="GT Ultra Lloyds Regular"/>
                          <a:ea typeface="+mn-ea"/>
                          <a:cs typeface="Poppins"/>
                        </a:rPr>
                        <a:t>17:00</a:t>
                      </a:r>
                      <a:endParaRPr lang="en-GB" sz="1200" b="0" i="0" u="none" strike="noStrike" kern="1200">
                        <a:solidFill>
                          <a:srgbClr val="000000"/>
                        </a:solidFill>
                        <a:effectLst/>
                        <a:latin typeface="GT Ultra Lloyds Regular" pitchFamily="50" charset="0"/>
                        <a:ea typeface="+mn-ea"/>
                        <a:cs typeface="Poppins"/>
                      </a:endParaRPr>
                    </a:p>
                  </a:txBody>
                  <a:tcPr marL="21830" marR="21830" marT="21830" marB="2183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l">
                        <a:lnSpc>
                          <a:spcPct val="100000"/>
                        </a:lnSpc>
                        <a:spcBef>
                          <a:spcPts val="1200"/>
                        </a:spcBef>
                        <a:spcAft>
                          <a:spcPts val="0"/>
                        </a:spcAft>
                        <a:buNone/>
                      </a:pPr>
                      <a:r>
                        <a:rPr lang="en-GB" sz="1200" b="1" i="0" u="none" strike="noStrike" noProof="0">
                          <a:solidFill>
                            <a:srgbClr val="000000"/>
                          </a:solidFill>
                          <a:effectLst/>
                          <a:latin typeface="GT Ultra Lloyds Light"/>
                          <a:cs typeface="Poppins"/>
                        </a:rPr>
                        <a:t>  Positioning Day 2</a:t>
                      </a:r>
                      <a:endParaRPr lang="en-GB" sz="1200" b="0" i="0" u="none" strike="noStrike" noProof="0">
                        <a:solidFill>
                          <a:srgbClr val="000000"/>
                        </a:solidFill>
                        <a:effectLst/>
                        <a:latin typeface="GT Ultra Lloyds Light"/>
                        <a:cs typeface="Poppins"/>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7950" algn="l" fontAlgn="ctr"/>
                      <a:r>
                        <a:rPr lang="en-GB" sz="1200" b="0" i="0" u="none" strike="noStrike">
                          <a:solidFill>
                            <a:srgbClr val="000000"/>
                          </a:solidFill>
                          <a:effectLst/>
                          <a:latin typeface="GT Ultra Lloyds Regular" pitchFamily="50" charset="0"/>
                          <a:cs typeface="Poppins"/>
                        </a:rPr>
                        <a:t>A look forward to Day 2, collecting IT and settling in</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84730586"/>
                  </a:ext>
                </a:extLst>
              </a:tr>
            </a:tbl>
          </a:graphicData>
        </a:graphic>
      </p:graphicFrame>
    </p:spTree>
    <p:extLst>
      <p:ext uri="{BB962C8B-B14F-4D97-AF65-F5344CB8AC3E}">
        <p14:creationId xmlns:p14="http://schemas.microsoft.com/office/powerpoint/2010/main" val="318829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8493-A654-9E5A-7A25-78DE402D8308}"/>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0831A87B-A67C-20B6-982D-FCEA5691D39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734272" y="61"/>
            <a:ext cx="4457622" cy="6857880"/>
          </a:xfrm>
          <a:prstGeom prst="rect">
            <a:avLst/>
          </a:prstGeom>
          <a:solidFill>
            <a:srgbClr val="231F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26" rtl="0">
              <a:defRPr/>
            </a:pPr>
            <a:endParaRPr lang="en-GB">
              <a:solidFill>
                <a:prstClr val="white"/>
              </a:solidFill>
              <a:latin typeface="GT Ultra Lloyds Regular"/>
            </a:endParaRPr>
          </a:p>
        </p:txBody>
      </p:sp>
      <p:sp>
        <p:nvSpPr>
          <p:cNvPr id="3" name="Title 2">
            <a:extLst>
              <a:ext uri="{FF2B5EF4-FFF2-40B4-BE49-F238E27FC236}">
                <a16:creationId xmlns:a16="http://schemas.microsoft.com/office/drawing/2014/main" id="{93350421-AA44-616D-42B1-9306E917CD46}"/>
              </a:ext>
            </a:extLst>
          </p:cNvPr>
          <p:cNvSpPr>
            <a:spLocks noGrp="1" noRot="1" noMove="1" noResize="1" noEditPoints="1" noAdjustHandles="1" noChangeArrowheads="1" noChangeShapeType="1"/>
          </p:cNvSpPr>
          <p:nvPr>
            <p:ph type="title"/>
          </p:nvPr>
        </p:nvSpPr>
        <p:spPr>
          <a:xfrm>
            <a:off x="316406" y="269932"/>
            <a:ext cx="7656378" cy="998837"/>
          </a:xfrm>
        </p:spPr>
        <p:txBody>
          <a:bodyPr vert="horz"/>
          <a:lstStyle/>
          <a:p>
            <a:r>
              <a:rPr lang="en-GB"/>
              <a:t>Who is the PDP For?</a:t>
            </a:r>
          </a:p>
        </p:txBody>
      </p:sp>
      <p:sp>
        <p:nvSpPr>
          <p:cNvPr id="2" name="Content Placeholder 1">
            <a:extLst>
              <a:ext uri="{FF2B5EF4-FFF2-40B4-BE49-F238E27FC236}">
                <a16:creationId xmlns:a16="http://schemas.microsoft.com/office/drawing/2014/main" id="{A0AEDB73-BCA5-A71C-1199-CB6E1288B353}"/>
              </a:ext>
            </a:extLst>
          </p:cNvPr>
          <p:cNvSpPr>
            <a:spLocks noGrp="1" noRot="1" noMove="1" noResize="1" noEditPoints="1" noAdjustHandles="1" noChangeArrowheads="1" noChangeShapeType="1"/>
          </p:cNvSpPr>
          <p:nvPr>
            <p:ph sz="quarter" idx="13"/>
          </p:nvPr>
        </p:nvSpPr>
        <p:spPr>
          <a:xfrm>
            <a:off x="335063" y="1270957"/>
            <a:ext cx="6903919" cy="2982610"/>
          </a:xfrm>
          <a:prstGeom prst="roundRect">
            <a:avLst/>
          </a:prstGeom>
          <a:solidFill>
            <a:srgbClr val="11B67A"/>
          </a:solidFill>
          <a:effectLst>
            <a:outerShdw blurRad="50800" dist="38100" dir="2700000" algn="tl" rotWithShape="0">
              <a:prstClr val="black">
                <a:alpha val="40000"/>
              </a:prstClr>
            </a:outerShdw>
          </a:effectLst>
        </p:spPr>
        <p:txBody>
          <a:bodyPr/>
          <a:lstStyle/>
          <a:p>
            <a:pPr lvl="1"/>
            <a:r>
              <a:rPr lang="en-GB"/>
              <a:t>Colleagues who feel they live with a disability and/or neurodivergent condition and identify with at least one of the following statements:</a:t>
            </a:r>
          </a:p>
          <a:p>
            <a:pPr marL="285758" lvl="1" indent="-285758">
              <a:buFont typeface="Arial" panose="020B0604020202020204" pitchFamily="34" charset="0"/>
              <a:buChar char="•"/>
            </a:pPr>
            <a:r>
              <a:rPr lang="en-GB"/>
              <a:t>I have recently acquired or been diagnosed with my disability and/or neurodivergent condition;  </a:t>
            </a:r>
          </a:p>
          <a:p>
            <a:pPr marL="285758" lvl="1" indent="-285758">
              <a:buFont typeface="Arial" panose="020B0604020202020204" pitchFamily="34" charset="0"/>
              <a:buChar char="•"/>
            </a:pPr>
            <a:r>
              <a:rPr lang="en-GB"/>
              <a:t>I have recently experienced a significant change in my disability or neurodivergent condition; </a:t>
            </a:r>
          </a:p>
          <a:p>
            <a:pPr marL="285758" lvl="1" indent="-285758">
              <a:buFont typeface="Arial" panose="020B0604020202020204" pitchFamily="34" charset="0"/>
              <a:buChar char="•"/>
            </a:pPr>
            <a:r>
              <a:rPr lang="en-GB"/>
              <a:t>How I work has significantly changed and this makes managing my disability or neurodivergent condition much more challenging (e.g. change of role, location, or ways of working);</a:t>
            </a:r>
          </a:p>
          <a:p>
            <a:pPr marL="285758" lvl="1" indent="-285758">
              <a:buFont typeface="Arial" panose="020B0604020202020204" pitchFamily="34" charset="0"/>
              <a:buChar char="•"/>
            </a:pPr>
            <a:r>
              <a:rPr lang="en-GB"/>
              <a:t>I am new to managing my disability or neurodivergent condition in the workplace. </a:t>
            </a:r>
          </a:p>
        </p:txBody>
      </p:sp>
      <p:sp>
        <p:nvSpPr>
          <p:cNvPr id="32" name="Content Placeholder 31">
            <a:extLst>
              <a:ext uri="{FF2B5EF4-FFF2-40B4-BE49-F238E27FC236}">
                <a16:creationId xmlns:a16="http://schemas.microsoft.com/office/drawing/2014/main" id="{0CAE3BE6-BB45-4A2A-CE7F-D01C73ED7364}"/>
              </a:ext>
            </a:extLst>
          </p:cNvPr>
          <p:cNvSpPr>
            <a:spLocks noGrp="1" noRot="1" noMove="1" noResize="1" noEditPoints="1" noAdjustHandles="1" noChangeArrowheads="1" noChangeShapeType="1"/>
          </p:cNvSpPr>
          <p:nvPr>
            <p:ph sz="quarter" idx="14"/>
          </p:nvPr>
        </p:nvSpPr>
        <p:spPr>
          <a:xfrm>
            <a:off x="335065" y="4414153"/>
            <a:ext cx="6903916" cy="772848"/>
          </a:xfrm>
          <a:prstGeom prst="roundRect">
            <a:avLst/>
          </a:prstGeom>
          <a:solidFill>
            <a:schemeClr val="tx2"/>
          </a:solidFill>
          <a:effectLst>
            <a:outerShdw blurRad="50800" dist="38100" dir="2700000" algn="tl" rotWithShape="0">
              <a:prstClr val="black">
                <a:alpha val="40000"/>
              </a:prstClr>
            </a:outerShdw>
          </a:effectLst>
        </p:spPr>
        <p:txBody>
          <a:bodyPr/>
          <a:lstStyle/>
          <a:p>
            <a:pPr lvl="1"/>
            <a:r>
              <a:rPr lang="en-GB">
                <a:solidFill>
                  <a:schemeClr val="bg1"/>
                </a:solidFill>
              </a:rPr>
              <a:t>Are an LBG UK permanent colleague (i.e. excluding contractors or agency workers)</a:t>
            </a:r>
          </a:p>
          <a:p>
            <a:pPr lvl="1"/>
            <a:endParaRPr lang="en-GB">
              <a:solidFill>
                <a:schemeClr val="bg1"/>
              </a:solidFill>
            </a:endParaRPr>
          </a:p>
        </p:txBody>
      </p:sp>
      <p:sp>
        <p:nvSpPr>
          <p:cNvPr id="33" name="Content Placeholder 32">
            <a:extLst>
              <a:ext uri="{FF2B5EF4-FFF2-40B4-BE49-F238E27FC236}">
                <a16:creationId xmlns:a16="http://schemas.microsoft.com/office/drawing/2014/main" id="{2DAFE337-E2E7-15EE-5051-336AC7E35F25}"/>
              </a:ext>
            </a:extLst>
          </p:cNvPr>
          <p:cNvSpPr>
            <a:spLocks noGrp="1" noRot="1" noMove="1" noResize="1" noEditPoints="1" noAdjustHandles="1" noChangeArrowheads="1" noChangeShapeType="1"/>
          </p:cNvSpPr>
          <p:nvPr>
            <p:ph sz="quarter" idx="15"/>
          </p:nvPr>
        </p:nvSpPr>
        <p:spPr>
          <a:xfrm>
            <a:off x="335063" y="5347587"/>
            <a:ext cx="6903916" cy="682613"/>
          </a:xfrm>
          <a:prstGeom prst="roundRect">
            <a:avLst/>
          </a:prstGeom>
          <a:solidFill>
            <a:srgbClr val="C7FFC6"/>
          </a:solidFill>
          <a:effectLst>
            <a:outerShdw blurRad="50800" dist="38100" dir="2700000" algn="tl" rotWithShape="0">
              <a:prstClr val="black">
                <a:alpha val="40000"/>
              </a:prstClr>
            </a:outerShdw>
          </a:effectLst>
        </p:spPr>
        <p:txBody>
          <a:bodyPr/>
          <a:lstStyle/>
          <a:p>
            <a:pPr lvl="1"/>
            <a:r>
              <a:rPr lang="en-GB"/>
              <a:t>Are any grade, albeit the programme is likely to best support grades C-E. </a:t>
            </a:r>
          </a:p>
          <a:p>
            <a:endParaRPr lang="en-GB"/>
          </a:p>
        </p:txBody>
      </p:sp>
      <p:sp>
        <p:nvSpPr>
          <p:cNvPr id="5" name="Slide Number Placeholder 4">
            <a:extLst>
              <a:ext uri="{FF2B5EF4-FFF2-40B4-BE49-F238E27FC236}">
                <a16:creationId xmlns:a16="http://schemas.microsoft.com/office/drawing/2014/main" id="{2BD0A53B-AB86-FC2C-4E9F-C76AEE117993}"/>
              </a:ext>
            </a:extLst>
          </p:cNvPr>
          <p:cNvSpPr>
            <a:spLocks noGrp="1" noRot="1" noMove="1" noResize="1" noEditPoints="1" noAdjustHandles="1" noChangeArrowheads="1" noChangeShapeType="1"/>
          </p:cNvSpPr>
          <p:nvPr>
            <p:ph type="sldNum" sz="quarter" idx="11"/>
          </p:nvPr>
        </p:nvSpPr>
        <p:spPr/>
        <p:txBody>
          <a:bodyPr/>
          <a:lstStyle/>
          <a:p>
            <a:pPr defTabSz="914426" rtl="0">
              <a:defRPr/>
            </a:pPr>
            <a:fld id="{D05BFB15-FC18-4DE5-A1D6-75E08CC6C47C}" type="slidenum">
              <a:rPr lang="en-GB" sz="1698">
                <a:solidFill>
                  <a:prstClr val="black"/>
                </a:solidFill>
                <a:latin typeface="GT Ultra Lloyds Regular"/>
                <a:ea typeface="+mn-ea"/>
                <a:cs typeface="+mn-cs"/>
              </a:rPr>
              <a:pPr defTabSz="914426" rtl="0">
                <a:defRPr/>
              </a:pPr>
              <a:t>6</a:t>
            </a:fld>
            <a:endParaRPr lang="en-GB" sz="1698">
              <a:solidFill>
                <a:prstClr val="black"/>
              </a:solidFill>
              <a:latin typeface="GT Ultra Lloyds Regular"/>
              <a:ea typeface="+mn-ea"/>
              <a:cs typeface="+mn-cs"/>
            </a:endParaRPr>
          </a:p>
        </p:txBody>
      </p:sp>
      <p:pic>
        <p:nvPicPr>
          <p:cNvPr id="18" name="Picture 17">
            <a:extLst>
              <a:ext uri="{FF2B5EF4-FFF2-40B4-BE49-F238E27FC236}">
                <a16:creationId xmlns:a16="http://schemas.microsoft.com/office/drawing/2014/main" id="{687B42DB-BFB2-9B06-477D-97B5C2561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stretch>
            <a:fillRect/>
          </a:stretch>
        </p:blipFill>
        <p:spPr>
          <a:xfrm>
            <a:off x="7839241" y="1376122"/>
            <a:ext cx="4285783" cy="4285783"/>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7F2D8554-A39B-9185-5A29-A541E6990633}"/>
              </a:ext>
            </a:extLst>
          </p:cNvPr>
          <p:cNvPicPr>
            <a:picLocks noGrp="1" noRot="1" noChangeAspect="1" noMove="1" noResize="1" noEditPoints="1" noAdjustHandles="1" noChangeArrowheads="1" noChangeShapeType="1" noCrop="1"/>
          </p:cNvPicPr>
          <p:nvPr/>
        </p:nvPicPr>
        <p:blipFill>
          <a:blip r:embed="rId4"/>
          <a:srcRect l="498" t="719"/>
          <a:stretch>
            <a:fillRect/>
          </a:stretch>
        </p:blipFill>
        <p:spPr>
          <a:xfrm>
            <a:off x="-35184" y="-95662"/>
            <a:ext cx="12237710" cy="6965306"/>
          </a:xfrm>
          <a:prstGeom prst="rect">
            <a:avLst/>
          </a:prstGeom>
          <a:solidFill>
            <a:schemeClr val="accent1"/>
          </a:solidFill>
        </p:spPr>
      </p:pic>
      <p:sp>
        <p:nvSpPr>
          <p:cNvPr id="7" name="Rectangle 6">
            <a:extLst>
              <a:ext uri="{FF2B5EF4-FFF2-40B4-BE49-F238E27FC236}">
                <a16:creationId xmlns:a16="http://schemas.microsoft.com/office/drawing/2014/main" id="{95EC68F1-AD2F-E421-9E37-214C71A812E8}"/>
              </a:ext>
            </a:extLst>
          </p:cNvPr>
          <p:cNvSpPr>
            <a:spLocks noGrp="1" noRot="1" noMove="1" noResize="1" noEditPoints="1" noAdjustHandles="1" noChangeArrowheads="1" noChangeShapeType="1"/>
          </p:cNvSpPr>
          <p:nvPr/>
        </p:nvSpPr>
        <p:spPr>
          <a:xfrm>
            <a:off x="335063" y="372167"/>
            <a:ext cx="3180099" cy="1262196"/>
          </a:xfrm>
          <a:prstGeom prst="rect">
            <a:avLst/>
          </a:prstGeom>
          <a:solidFill>
            <a:srgbClr val="7CF378"/>
          </a:solidFill>
          <a:ln>
            <a:solidFill>
              <a:srgbClr val="7CF3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8" name="Rectangle 7">
            <a:extLst>
              <a:ext uri="{FF2B5EF4-FFF2-40B4-BE49-F238E27FC236}">
                <a16:creationId xmlns:a16="http://schemas.microsoft.com/office/drawing/2014/main" id="{3F47A2A6-7C9F-E380-28E4-BF5A7A0B85FD}"/>
              </a:ext>
            </a:extLst>
          </p:cNvPr>
          <p:cNvSpPr>
            <a:spLocks noGrp="1" noRot="1" noMove="1" noResize="1" noEditPoints="1" noAdjustHandles="1" noChangeArrowheads="1" noChangeShapeType="1"/>
          </p:cNvSpPr>
          <p:nvPr/>
        </p:nvSpPr>
        <p:spPr>
          <a:xfrm>
            <a:off x="4455062" y="30"/>
            <a:ext cx="7656378" cy="6398554"/>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9" name="Rectangle 8">
            <a:extLst>
              <a:ext uri="{FF2B5EF4-FFF2-40B4-BE49-F238E27FC236}">
                <a16:creationId xmlns:a16="http://schemas.microsoft.com/office/drawing/2014/main" id="{6412A41B-CA78-D09A-E3FA-C9D0D83814AE}"/>
              </a:ext>
            </a:extLst>
          </p:cNvPr>
          <p:cNvSpPr>
            <a:spLocks noGrp="1" noRot="1" noMove="1" noResize="1" noEditPoints="1" noAdjustHandles="1" noChangeArrowheads="1" noChangeShapeType="1"/>
          </p:cNvSpPr>
          <p:nvPr/>
        </p:nvSpPr>
        <p:spPr>
          <a:xfrm>
            <a:off x="316406" y="3306741"/>
            <a:ext cx="3643363" cy="3519345"/>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10" name="Rectangle 9">
            <a:extLst>
              <a:ext uri="{FF2B5EF4-FFF2-40B4-BE49-F238E27FC236}">
                <a16:creationId xmlns:a16="http://schemas.microsoft.com/office/drawing/2014/main" id="{3DDB9560-7F66-81DC-52EB-AA9EA5072AF7}"/>
              </a:ext>
            </a:extLst>
          </p:cNvPr>
          <p:cNvSpPr>
            <a:spLocks noGrp="1" noRot="1" noMove="1" noResize="1" noEditPoints="1" noAdjustHandles="1" noChangeArrowheads="1" noChangeShapeType="1"/>
          </p:cNvSpPr>
          <p:nvPr/>
        </p:nvSpPr>
        <p:spPr>
          <a:xfrm>
            <a:off x="3515162" y="4253566"/>
            <a:ext cx="1918081" cy="2334502"/>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11" name="Rectangle 10">
            <a:extLst>
              <a:ext uri="{FF2B5EF4-FFF2-40B4-BE49-F238E27FC236}">
                <a16:creationId xmlns:a16="http://schemas.microsoft.com/office/drawing/2014/main" id="{70601157-CBC3-AF66-228C-E79474CA6D8E}"/>
              </a:ext>
            </a:extLst>
          </p:cNvPr>
          <p:cNvSpPr>
            <a:spLocks noGrp="1" noRot="1" noMove="1" noResize="1" noEditPoints="1" noAdjustHandles="1" noChangeArrowheads="1" noChangeShapeType="1"/>
          </p:cNvSpPr>
          <p:nvPr/>
        </p:nvSpPr>
        <p:spPr>
          <a:xfrm>
            <a:off x="10279129" y="4523438"/>
            <a:ext cx="1918081" cy="2334502"/>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26" name="object 7">
            <a:extLst>
              <a:ext uri="{FF2B5EF4-FFF2-40B4-BE49-F238E27FC236}">
                <a16:creationId xmlns:a16="http://schemas.microsoft.com/office/drawing/2014/main" id="{8ADE4898-3BD9-65BA-783F-C81F07162DD9}"/>
              </a:ext>
              <a:ext uri="{C183D7F6-B498-43B3-948B-1728B52AA6E4}">
                <adec:decorative xmlns:adec="http://schemas.microsoft.com/office/drawing/2017/decorative" val="0"/>
              </a:ext>
            </a:extLst>
          </p:cNvPr>
          <p:cNvSpPr/>
          <p:nvPr/>
        </p:nvSpPr>
        <p:spPr>
          <a:xfrm>
            <a:off x="5137298" y="809257"/>
            <a:ext cx="5892958" cy="1529957"/>
          </a:xfrm>
          <a:prstGeom prst="roundRect">
            <a:avLst>
              <a:gd name="adj" fmla="val 5835"/>
            </a:avLst>
          </a:prstGeom>
          <a:solidFill>
            <a:srgbClr val="A6E6DD"/>
          </a:solidFill>
          <a:effectLst>
            <a:outerShdw blurRad="50800" dist="38100" dir="2700000" algn="tl" rotWithShape="0">
              <a:prstClr val="black">
                <a:alpha val="40000"/>
              </a:prstClr>
            </a:outerShdw>
          </a:effectLst>
        </p:spPr>
        <p:txBody>
          <a:bodyPr wrap="square" lIns="71999" tIns="71999" rIns="36000" bIns="89999" rtlCol="0" anchor="t"/>
          <a:lstStyle/>
          <a:p>
            <a:pPr algn="l" defTabSz="914413">
              <a:defRPr/>
            </a:pPr>
            <a:r>
              <a:rPr lang="en-GB" sz="1600" b="1" spc="-10">
                <a:solidFill>
                  <a:prstClr val="black"/>
                </a:solidFill>
                <a:latin typeface="GT Ultra Lloyds Regular"/>
                <a:cs typeface="GT Ultra Median Lloyds Regular"/>
              </a:rPr>
              <a:t>Lloyds Banking Group</a:t>
            </a:r>
          </a:p>
          <a:p>
            <a:pPr algn="l" defTabSz="914413">
              <a:defRPr/>
            </a:pPr>
            <a:r>
              <a:rPr lang="en-GB" sz="1600" spc="-10">
                <a:solidFill>
                  <a:prstClr val="black"/>
                </a:solidFill>
                <a:latin typeface="GT Ultra Lloyds Regular"/>
                <a:cs typeface="Poppins"/>
              </a:rPr>
              <a:t>10 Gresham Street,</a:t>
            </a:r>
          </a:p>
          <a:p>
            <a:pPr algn="l" defTabSz="914413">
              <a:defRPr/>
            </a:pPr>
            <a:r>
              <a:rPr lang="en-GB" sz="1600" spc="-10">
                <a:solidFill>
                  <a:prstClr val="black"/>
                </a:solidFill>
                <a:latin typeface="GT Ultra Lloyds Regular"/>
                <a:cs typeface="Poppins"/>
              </a:rPr>
              <a:t>London</a:t>
            </a:r>
          </a:p>
          <a:p>
            <a:pPr algn="l" defTabSz="914413">
              <a:defRPr/>
            </a:pPr>
            <a:r>
              <a:rPr lang="en-GB" sz="1600" spc="-10">
                <a:solidFill>
                  <a:prstClr val="black"/>
                </a:solidFill>
                <a:latin typeface="GT Ultra Lloyds Regular"/>
                <a:cs typeface="Poppins"/>
              </a:rPr>
              <a:t>EC2V 7AE</a:t>
            </a:r>
          </a:p>
        </p:txBody>
      </p:sp>
      <p:sp>
        <p:nvSpPr>
          <p:cNvPr id="28" name="object 7">
            <a:extLst>
              <a:ext uri="{FF2B5EF4-FFF2-40B4-BE49-F238E27FC236}">
                <a16:creationId xmlns:a16="http://schemas.microsoft.com/office/drawing/2014/main" id="{ED5ABD66-9C8B-52CD-B6CC-DDE9FFF0C99C}"/>
              </a:ext>
              <a:ext uri="{C183D7F6-B498-43B3-948B-1728B52AA6E4}">
                <adec:decorative xmlns:adec="http://schemas.microsoft.com/office/drawing/2017/decorative" val="0"/>
              </a:ext>
            </a:extLst>
          </p:cNvPr>
          <p:cNvSpPr/>
          <p:nvPr/>
        </p:nvSpPr>
        <p:spPr>
          <a:xfrm>
            <a:off x="5137298" y="2645381"/>
            <a:ext cx="5892958" cy="4059144"/>
          </a:xfrm>
          <a:prstGeom prst="roundRect">
            <a:avLst>
              <a:gd name="adj" fmla="val 5835"/>
            </a:avLst>
          </a:prstGeom>
          <a:solidFill>
            <a:srgbClr val="F5B2F2"/>
          </a:solidFill>
          <a:effectLst>
            <a:outerShdw blurRad="50800" dist="38100" dir="2700000" algn="tl" rotWithShape="0">
              <a:prstClr val="black">
                <a:alpha val="40000"/>
              </a:prstClr>
            </a:outerShdw>
          </a:effectLst>
        </p:spPr>
        <p:txBody>
          <a:bodyPr wrap="square" lIns="71999" tIns="71999" rIns="36000" bIns="89999" rtlCol="0" anchor="t"/>
          <a:lstStyle/>
          <a:p>
            <a:pPr algn="l" defTabSz="914413">
              <a:defRPr/>
            </a:pPr>
            <a:endParaRPr lang="en-GB" sz="1455" spc="-10">
              <a:solidFill>
                <a:prstClr val="black"/>
              </a:solidFill>
              <a:latin typeface="GT Ultra Lloyds Regular"/>
              <a:cs typeface="GT Ultra Median Lloyds Regular"/>
            </a:endParaRPr>
          </a:p>
        </p:txBody>
      </p:sp>
      <p:sp>
        <p:nvSpPr>
          <p:cNvPr id="30" name="Title 1">
            <a:extLst>
              <a:ext uri="{FF2B5EF4-FFF2-40B4-BE49-F238E27FC236}">
                <a16:creationId xmlns:a16="http://schemas.microsoft.com/office/drawing/2014/main" id="{2A3F1F7D-E210-4D12-911A-149AD557C9FC}"/>
              </a:ext>
            </a:extLst>
          </p:cNvPr>
          <p:cNvSpPr txBox="1">
            <a:spLocks/>
          </p:cNvSpPr>
          <p:nvPr/>
        </p:nvSpPr>
        <p:spPr>
          <a:xfrm>
            <a:off x="393254" y="279379"/>
            <a:ext cx="3297023" cy="1149976"/>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defTabSz="914413">
              <a:defRPr/>
            </a:pPr>
            <a:r>
              <a:rPr lang="en-GB">
                <a:solidFill>
                  <a:prstClr val="black"/>
                </a:solidFill>
                <a:latin typeface="GT Ultra Median Lloyds Regular"/>
              </a:rPr>
              <a:t>Venue </a:t>
            </a:r>
          </a:p>
          <a:p>
            <a:pPr defTabSz="914413">
              <a:defRPr/>
            </a:pPr>
            <a:r>
              <a:rPr lang="en-GB">
                <a:solidFill>
                  <a:prstClr val="black"/>
                </a:solidFill>
                <a:latin typeface="GT Ultra Median Lloyds Regular"/>
              </a:rPr>
              <a:t>Information</a:t>
            </a:r>
          </a:p>
          <a:p>
            <a:pPr defTabSz="914413">
              <a:defRPr/>
            </a:pPr>
            <a:endParaRPr lang="en-GB">
              <a:solidFill>
                <a:prstClr val="black"/>
              </a:solidFill>
            </a:endParaRPr>
          </a:p>
        </p:txBody>
      </p:sp>
      <p:sp>
        <p:nvSpPr>
          <p:cNvPr id="31" name="TextBox 30">
            <a:extLst>
              <a:ext uri="{FF2B5EF4-FFF2-40B4-BE49-F238E27FC236}">
                <a16:creationId xmlns:a16="http://schemas.microsoft.com/office/drawing/2014/main" id="{05EB14EC-3045-86FC-EEB8-5A32B1ACDBD3}"/>
              </a:ext>
            </a:extLst>
          </p:cNvPr>
          <p:cNvSpPr txBox="1"/>
          <p:nvPr/>
        </p:nvSpPr>
        <p:spPr>
          <a:xfrm>
            <a:off x="5092208" y="213153"/>
            <a:ext cx="7117110" cy="689420"/>
          </a:xfrm>
          <a:prstGeom prst="rect">
            <a:avLst/>
          </a:prstGeom>
          <a:noFill/>
        </p:spPr>
        <p:txBody>
          <a:bodyPr wrap="square" rtlCol="0">
            <a:spAutoFit/>
          </a:bodyPr>
          <a:lstStyle/>
          <a:p>
            <a:pPr algn="l" defTabSz="554492">
              <a:defRPr/>
            </a:pPr>
            <a:r>
              <a:rPr lang="en-GB" sz="1940" b="1">
                <a:solidFill>
                  <a:prstClr val="black"/>
                </a:solidFill>
                <a:latin typeface="GT Ultra Median Lloyds Regular"/>
              </a:rPr>
              <a:t>Venue info &amp; location map</a:t>
            </a:r>
            <a:endParaRPr lang="en-GB" sz="1940" b="1">
              <a:solidFill>
                <a:prstClr val="black"/>
              </a:solidFill>
            </a:endParaRPr>
          </a:p>
          <a:p>
            <a:pPr algn="l" defTabSz="554492">
              <a:defRPr/>
            </a:pPr>
            <a:endParaRPr lang="en-GB" sz="1940">
              <a:latin typeface="GT Ultra Lloyds Regular"/>
            </a:endParaRPr>
          </a:p>
        </p:txBody>
      </p:sp>
      <p:pic>
        <p:nvPicPr>
          <p:cNvPr id="35" name="Picture 34">
            <a:extLst>
              <a:ext uri="{FF2B5EF4-FFF2-40B4-BE49-F238E27FC236}">
                <a16:creationId xmlns:a16="http://schemas.microsoft.com/office/drawing/2014/main" id="{C4CA7DBA-A9E4-977E-F049-2BF0494BD7E8}"/>
              </a:ext>
            </a:extLst>
          </p:cNvPr>
          <p:cNvPicPr>
            <a:picLocks noChangeAspect="1"/>
          </p:cNvPicPr>
          <p:nvPr/>
        </p:nvPicPr>
        <p:blipFill>
          <a:blip r:embed="rId5"/>
          <a:stretch>
            <a:fillRect/>
          </a:stretch>
        </p:blipFill>
        <p:spPr>
          <a:xfrm>
            <a:off x="311090" y="3429000"/>
            <a:ext cx="2969584" cy="2969584"/>
          </a:xfrm>
          <a:prstGeom prst="rect">
            <a:avLst/>
          </a:prstGeom>
        </p:spPr>
      </p:pic>
      <p:pic>
        <p:nvPicPr>
          <p:cNvPr id="13" name="Picture 12">
            <a:extLst>
              <a:ext uri="{FF2B5EF4-FFF2-40B4-BE49-F238E27FC236}">
                <a16:creationId xmlns:a16="http://schemas.microsoft.com/office/drawing/2014/main" id="{F8A6699E-FFFE-026F-18C4-4C0FCB1A9CF1}"/>
              </a:ext>
            </a:extLst>
          </p:cNvPr>
          <p:cNvPicPr>
            <a:picLocks noChangeAspect="1"/>
          </p:cNvPicPr>
          <p:nvPr/>
        </p:nvPicPr>
        <p:blipFill>
          <a:blip r:embed="rId6"/>
          <a:stretch>
            <a:fillRect/>
          </a:stretch>
        </p:blipFill>
        <p:spPr>
          <a:xfrm>
            <a:off x="5607919" y="2760808"/>
            <a:ext cx="5055743" cy="3862814"/>
          </a:xfrm>
          <a:prstGeom prst="rect">
            <a:avLst/>
          </a:prstGeom>
        </p:spPr>
      </p:pic>
    </p:spTree>
    <p:extLst>
      <p:ext uri="{BB962C8B-B14F-4D97-AF65-F5344CB8AC3E}">
        <p14:creationId xmlns:p14="http://schemas.microsoft.com/office/powerpoint/2010/main" val="25411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B5689-C97B-FE8C-137A-3E8BC717A062}"/>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61F29A9-1433-4B86-86FA-F2C51CEFBC0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734272" y="61"/>
            <a:ext cx="4457622" cy="6857880"/>
          </a:xfrm>
          <a:prstGeom prst="rect">
            <a:avLst/>
          </a:prstGeom>
          <a:solidFill>
            <a:srgbClr val="231F2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26" rtl="0">
              <a:defRPr/>
            </a:pPr>
            <a:endParaRPr lang="en-GB">
              <a:solidFill>
                <a:prstClr val="white"/>
              </a:solidFill>
              <a:latin typeface="GT Ultra Lloyds Regular"/>
            </a:endParaRPr>
          </a:p>
        </p:txBody>
      </p:sp>
      <p:sp>
        <p:nvSpPr>
          <p:cNvPr id="3" name="Title 2">
            <a:extLst>
              <a:ext uri="{FF2B5EF4-FFF2-40B4-BE49-F238E27FC236}">
                <a16:creationId xmlns:a16="http://schemas.microsoft.com/office/drawing/2014/main" id="{FB294915-369C-3C78-52A4-1A81AF563671}"/>
              </a:ext>
            </a:extLst>
          </p:cNvPr>
          <p:cNvSpPr>
            <a:spLocks noGrp="1" noRot="1" noMove="1" noResize="1" noEditPoints="1" noAdjustHandles="1" noChangeArrowheads="1" noChangeShapeType="1"/>
          </p:cNvSpPr>
          <p:nvPr>
            <p:ph type="title"/>
          </p:nvPr>
        </p:nvSpPr>
        <p:spPr>
          <a:xfrm>
            <a:off x="316406" y="269932"/>
            <a:ext cx="7656378" cy="998837"/>
          </a:xfrm>
        </p:spPr>
        <p:txBody>
          <a:bodyPr vert="horz"/>
          <a:lstStyle/>
          <a:p>
            <a:r>
              <a:rPr lang="en-GB"/>
              <a:t>Who is the PDP For?</a:t>
            </a:r>
          </a:p>
        </p:txBody>
      </p:sp>
      <p:sp>
        <p:nvSpPr>
          <p:cNvPr id="2" name="Content Placeholder 1">
            <a:extLst>
              <a:ext uri="{FF2B5EF4-FFF2-40B4-BE49-F238E27FC236}">
                <a16:creationId xmlns:a16="http://schemas.microsoft.com/office/drawing/2014/main" id="{B3888D05-7B10-71D6-E7FE-D25C0CB225DF}"/>
              </a:ext>
            </a:extLst>
          </p:cNvPr>
          <p:cNvSpPr>
            <a:spLocks noGrp="1" noRot="1" noMove="1" noResize="1" noEditPoints="1" noAdjustHandles="1" noChangeArrowheads="1" noChangeShapeType="1"/>
          </p:cNvSpPr>
          <p:nvPr>
            <p:ph sz="quarter" idx="13"/>
          </p:nvPr>
        </p:nvSpPr>
        <p:spPr>
          <a:xfrm>
            <a:off x="335063" y="1270957"/>
            <a:ext cx="6903919" cy="2982610"/>
          </a:xfrm>
          <a:prstGeom prst="roundRect">
            <a:avLst/>
          </a:prstGeom>
          <a:solidFill>
            <a:srgbClr val="11B67A"/>
          </a:solidFill>
          <a:effectLst>
            <a:outerShdw blurRad="50800" dist="38100" dir="2700000" algn="tl" rotWithShape="0">
              <a:prstClr val="black">
                <a:alpha val="40000"/>
              </a:prstClr>
            </a:outerShdw>
          </a:effectLst>
        </p:spPr>
        <p:txBody>
          <a:bodyPr/>
          <a:lstStyle/>
          <a:p>
            <a:pPr lvl="1"/>
            <a:r>
              <a:rPr lang="en-GB"/>
              <a:t>Colleagues who feel they live with a disability and/or neurodivergent condition and identify with at least one of the following statements:</a:t>
            </a:r>
          </a:p>
          <a:p>
            <a:pPr marL="285758" lvl="1" indent="-285758">
              <a:buFont typeface="Arial" panose="020B0604020202020204" pitchFamily="34" charset="0"/>
              <a:buChar char="•"/>
            </a:pPr>
            <a:r>
              <a:rPr lang="en-GB"/>
              <a:t>I have recently acquired or been diagnosed with my disability and/or neurodivergent condition;  </a:t>
            </a:r>
          </a:p>
          <a:p>
            <a:pPr marL="285758" lvl="1" indent="-285758">
              <a:buFont typeface="Arial" panose="020B0604020202020204" pitchFamily="34" charset="0"/>
              <a:buChar char="•"/>
            </a:pPr>
            <a:r>
              <a:rPr lang="en-GB"/>
              <a:t>I have recently experienced a significant change in my disability or neurodivergent condition; </a:t>
            </a:r>
          </a:p>
          <a:p>
            <a:pPr marL="285758" lvl="1" indent="-285758">
              <a:buFont typeface="Arial" panose="020B0604020202020204" pitchFamily="34" charset="0"/>
              <a:buChar char="•"/>
            </a:pPr>
            <a:r>
              <a:rPr lang="en-GB"/>
              <a:t>How I work has significantly changed and this makes managing my disability or neurodivergent condition much more challenging (e.g. change of role, location, or ways of working);</a:t>
            </a:r>
          </a:p>
          <a:p>
            <a:pPr marL="285758" lvl="1" indent="-285758">
              <a:buFont typeface="Arial" panose="020B0604020202020204" pitchFamily="34" charset="0"/>
              <a:buChar char="•"/>
            </a:pPr>
            <a:r>
              <a:rPr lang="en-GB"/>
              <a:t>I am new to managing my disability or neurodivergent condition in the workplace. </a:t>
            </a:r>
          </a:p>
        </p:txBody>
      </p:sp>
      <p:sp>
        <p:nvSpPr>
          <p:cNvPr id="32" name="Content Placeholder 31">
            <a:extLst>
              <a:ext uri="{FF2B5EF4-FFF2-40B4-BE49-F238E27FC236}">
                <a16:creationId xmlns:a16="http://schemas.microsoft.com/office/drawing/2014/main" id="{85398F99-D49C-B351-7952-A538DD303110}"/>
              </a:ext>
            </a:extLst>
          </p:cNvPr>
          <p:cNvSpPr>
            <a:spLocks noGrp="1" noRot="1" noMove="1" noResize="1" noEditPoints="1" noAdjustHandles="1" noChangeArrowheads="1" noChangeShapeType="1"/>
          </p:cNvSpPr>
          <p:nvPr>
            <p:ph sz="quarter" idx="14"/>
          </p:nvPr>
        </p:nvSpPr>
        <p:spPr>
          <a:xfrm>
            <a:off x="335065" y="4414153"/>
            <a:ext cx="6903916" cy="772848"/>
          </a:xfrm>
          <a:prstGeom prst="roundRect">
            <a:avLst/>
          </a:prstGeom>
          <a:solidFill>
            <a:schemeClr val="tx2"/>
          </a:solidFill>
          <a:effectLst>
            <a:outerShdw blurRad="50800" dist="38100" dir="2700000" algn="tl" rotWithShape="0">
              <a:prstClr val="black">
                <a:alpha val="40000"/>
              </a:prstClr>
            </a:outerShdw>
          </a:effectLst>
        </p:spPr>
        <p:txBody>
          <a:bodyPr/>
          <a:lstStyle/>
          <a:p>
            <a:pPr lvl="1"/>
            <a:r>
              <a:rPr lang="en-GB">
                <a:solidFill>
                  <a:schemeClr val="bg1"/>
                </a:solidFill>
              </a:rPr>
              <a:t>Are an LBG UK permanent colleague (i.e. excluding contractors or agency workers)</a:t>
            </a:r>
          </a:p>
          <a:p>
            <a:pPr lvl="1"/>
            <a:endParaRPr lang="en-GB">
              <a:solidFill>
                <a:schemeClr val="bg1"/>
              </a:solidFill>
            </a:endParaRPr>
          </a:p>
        </p:txBody>
      </p:sp>
      <p:sp>
        <p:nvSpPr>
          <p:cNvPr id="33" name="Content Placeholder 32">
            <a:extLst>
              <a:ext uri="{FF2B5EF4-FFF2-40B4-BE49-F238E27FC236}">
                <a16:creationId xmlns:a16="http://schemas.microsoft.com/office/drawing/2014/main" id="{05EEEFCA-8900-01CD-B139-1E1FCA5CABF5}"/>
              </a:ext>
            </a:extLst>
          </p:cNvPr>
          <p:cNvSpPr>
            <a:spLocks noGrp="1" noRot="1" noMove="1" noResize="1" noEditPoints="1" noAdjustHandles="1" noChangeArrowheads="1" noChangeShapeType="1"/>
          </p:cNvSpPr>
          <p:nvPr>
            <p:ph sz="quarter" idx="15"/>
          </p:nvPr>
        </p:nvSpPr>
        <p:spPr>
          <a:xfrm>
            <a:off x="335063" y="5347587"/>
            <a:ext cx="6903916" cy="682613"/>
          </a:xfrm>
          <a:prstGeom prst="roundRect">
            <a:avLst/>
          </a:prstGeom>
          <a:solidFill>
            <a:srgbClr val="C7FFC6"/>
          </a:solidFill>
          <a:effectLst>
            <a:outerShdw blurRad="50800" dist="38100" dir="2700000" algn="tl" rotWithShape="0">
              <a:prstClr val="black">
                <a:alpha val="40000"/>
              </a:prstClr>
            </a:outerShdw>
          </a:effectLst>
        </p:spPr>
        <p:txBody>
          <a:bodyPr/>
          <a:lstStyle/>
          <a:p>
            <a:pPr lvl="1"/>
            <a:r>
              <a:rPr lang="en-GB"/>
              <a:t>Are any grade, albeit the programme is likely to best support grades C-E. </a:t>
            </a:r>
          </a:p>
          <a:p>
            <a:endParaRPr lang="en-GB"/>
          </a:p>
        </p:txBody>
      </p:sp>
      <p:sp>
        <p:nvSpPr>
          <p:cNvPr id="5" name="Slide Number Placeholder 4">
            <a:extLst>
              <a:ext uri="{FF2B5EF4-FFF2-40B4-BE49-F238E27FC236}">
                <a16:creationId xmlns:a16="http://schemas.microsoft.com/office/drawing/2014/main" id="{4E397567-7AFF-E0E4-347A-4B91C11D3613}"/>
              </a:ext>
            </a:extLst>
          </p:cNvPr>
          <p:cNvSpPr>
            <a:spLocks noGrp="1" noRot="1" noMove="1" noResize="1" noEditPoints="1" noAdjustHandles="1" noChangeArrowheads="1" noChangeShapeType="1"/>
          </p:cNvSpPr>
          <p:nvPr>
            <p:ph type="sldNum" sz="quarter" idx="11"/>
          </p:nvPr>
        </p:nvSpPr>
        <p:spPr/>
        <p:txBody>
          <a:bodyPr/>
          <a:lstStyle/>
          <a:p>
            <a:pPr defTabSz="914426" rtl="0">
              <a:defRPr/>
            </a:pPr>
            <a:fld id="{D05BFB15-FC18-4DE5-A1D6-75E08CC6C47C}" type="slidenum">
              <a:rPr lang="en-GB" sz="1698">
                <a:solidFill>
                  <a:prstClr val="black"/>
                </a:solidFill>
                <a:latin typeface="GT Ultra Lloyds Regular"/>
                <a:ea typeface="+mn-ea"/>
                <a:cs typeface="+mn-cs"/>
              </a:rPr>
              <a:pPr defTabSz="914426" rtl="0">
                <a:defRPr/>
              </a:pPr>
              <a:t>7</a:t>
            </a:fld>
            <a:endParaRPr lang="en-GB" sz="1698">
              <a:solidFill>
                <a:prstClr val="black"/>
              </a:solidFill>
              <a:latin typeface="GT Ultra Lloyds Regular"/>
              <a:ea typeface="+mn-ea"/>
              <a:cs typeface="+mn-cs"/>
            </a:endParaRPr>
          </a:p>
        </p:txBody>
      </p:sp>
      <p:pic>
        <p:nvPicPr>
          <p:cNvPr id="18" name="Picture 17">
            <a:extLst>
              <a:ext uri="{FF2B5EF4-FFF2-40B4-BE49-F238E27FC236}">
                <a16:creationId xmlns:a16="http://schemas.microsoft.com/office/drawing/2014/main" id="{ABC84058-88FA-9AA9-4870-8C0B40FCC2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stretch>
            <a:fillRect/>
          </a:stretch>
        </p:blipFill>
        <p:spPr>
          <a:xfrm>
            <a:off x="7839241" y="1376122"/>
            <a:ext cx="4285783" cy="4285783"/>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DAFDA27D-EC87-B3A1-B793-534B24AAB456}"/>
              </a:ext>
            </a:extLst>
          </p:cNvPr>
          <p:cNvPicPr>
            <a:picLocks noGrp="1" noRot="1" noChangeAspect="1" noMove="1" noResize="1" noEditPoints="1" noAdjustHandles="1" noChangeArrowheads="1" noChangeShapeType="1" noCrop="1"/>
          </p:cNvPicPr>
          <p:nvPr/>
        </p:nvPicPr>
        <p:blipFill>
          <a:blip r:embed="rId4"/>
          <a:srcRect l="498" t="719"/>
          <a:stretch>
            <a:fillRect/>
          </a:stretch>
        </p:blipFill>
        <p:spPr>
          <a:xfrm>
            <a:off x="-35184" y="-95662"/>
            <a:ext cx="12237710" cy="6965306"/>
          </a:xfrm>
          <a:prstGeom prst="rect">
            <a:avLst/>
          </a:prstGeom>
          <a:solidFill>
            <a:schemeClr val="accent1"/>
          </a:solidFill>
        </p:spPr>
      </p:pic>
      <p:sp>
        <p:nvSpPr>
          <p:cNvPr id="7" name="Rectangle 6">
            <a:extLst>
              <a:ext uri="{FF2B5EF4-FFF2-40B4-BE49-F238E27FC236}">
                <a16:creationId xmlns:a16="http://schemas.microsoft.com/office/drawing/2014/main" id="{D8F4DC88-A143-DF2D-86D7-2BDA59132A79}"/>
              </a:ext>
            </a:extLst>
          </p:cNvPr>
          <p:cNvSpPr>
            <a:spLocks noGrp="1" noRot="1" noMove="1" noResize="1" noEditPoints="1" noAdjustHandles="1" noChangeArrowheads="1" noChangeShapeType="1"/>
          </p:cNvSpPr>
          <p:nvPr/>
        </p:nvSpPr>
        <p:spPr>
          <a:xfrm>
            <a:off x="335063" y="372167"/>
            <a:ext cx="3180099" cy="1262196"/>
          </a:xfrm>
          <a:prstGeom prst="rect">
            <a:avLst/>
          </a:prstGeom>
          <a:solidFill>
            <a:srgbClr val="7CF378"/>
          </a:solidFill>
          <a:ln>
            <a:solidFill>
              <a:srgbClr val="7CF3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8" name="Rectangle 7">
            <a:extLst>
              <a:ext uri="{FF2B5EF4-FFF2-40B4-BE49-F238E27FC236}">
                <a16:creationId xmlns:a16="http://schemas.microsoft.com/office/drawing/2014/main" id="{181E0917-03CE-3787-D1AD-1D7BDB5212CF}"/>
              </a:ext>
            </a:extLst>
          </p:cNvPr>
          <p:cNvSpPr>
            <a:spLocks noGrp="1" noRot="1" noMove="1" noResize="1" noEditPoints="1" noAdjustHandles="1" noChangeArrowheads="1" noChangeShapeType="1"/>
          </p:cNvSpPr>
          <p:nvPr/>
        </p:nvSpPr>
        <p:spPr>
          <a:xfrm>
            <a:off x="4455062" y="30"/>
            <a:ext cx="7656378" cy="6398554"/>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9" name="Rectangle 8">
            <a:extLst>
              <a:ext uri="{FF2B5EF4-FFF2-40B4-BE49-F238E27FC236}">
                <a16:creationId xmlns:a16="http://schemas.microsoft.com/office/drawing/2014/main" id="{CB993EC9-8642-E289-D173-BE6483617B93}"/>
              </a:ext>
            </a:extLst>
          </p:cNvPr>
          <p:cNvSpPr>
            <a:spLocks noGrp="1" noRot="1" noMove="1" noResize="1" noEditPoints="1" noAdjustHandles="1" noChangeArrowheads="1" noChangeShapeType="1"/>
          </p:cNvSpPr>
          <p:nvPr/>
        </p:nvSpPr>
        <p:spPr>
          <a:xfrm>
            <a:off x="316406" y="3306741"/>
            <a:ext cx="3643363" cy="3519345"/>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10" name="Rectangle 9">
            <a:extLst>
              <a:ext uri="{FF2B5EF4-FFF2-40B4-BE49-F238E27FC236}">
                <a16:creationId xmlns:a16="http://schemas.microsoft.com/office/drawing/2014/main" id="{7FDAB415-9384-7D75-844C-9F8246DFD2FB}"/>
              </a:ext>
            </a:extLst>
          </p:cNvPr>
          <p:cNvSpPr>
            <a:spLocks noGrp="1" noRot="1" noMove="1" noResize="1" noEditPoints="1" noAdjustHandles="1" noChangeArrowheads="1" noChangeShapeType="1"/>
          </p:cNvSpPr>
          <p:nvPr/>
        </p:nvSpPr>
        <p:spPr>
          <a:xfrm>
            <a:off x="3515162" y="4253566"/>
            <a:ext cx="1918081" cy="2334502"/>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11" name="Rectangle 10">
            <a:extLst>
              <a:ext uri="{FF2B5EF4-FFF2-40B4-BE49-F238E27FC236}">
                <a16:creationId xmlns:a16="http://schemas.microsoft.com/office/drawing/2014/main" id="{EA23BC88-B0CE-0D5A-D156-416DA1A29D4A}"/>
              </a:ext>
            </a:extLst>
          </p:cNvPr>
          <p:cNvSpPr>
            <a:spLocks noGrp="1" noRot="1" noMove="1" noResize="1" noEditPoints="1" noAdjustHandles="1" noChangeArrowheads="1" noChangeShapeType="1"/>
          </p:cNvSpPr>
          <p:nvPr/>
        </p:nvSpPr>
        <p:spPr>
          <a:xfrm>
            <a:off x="10279129" y="4523438"/>
            <a:ext cx="1918081" cy="2334502"/>
          </a:xfrm>
          <a:prstGeom prst="rect">
            <a:avLst/>
          </a:prstGeom>
          <a:solidFill>
            <a:srgbClr val="CDFDC6"/>
          </a:solidFill>
          <a:ln>
            <a:solidFill>
              <a:srgbClr val="CDFD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13" rtl="0">
              <a:defRPr/>
            </a:pPr>
            <a:endParaRPr lang="en-GB" kern="1200">
              <a:solidFill>
                <a:prstClr val="white"/>
              </a:solidFill>
              <a:latin typeface="GT Ultra Lloyds Regular"/>
            </a:endParaRPr>
          </a:p>
        </p:txBody>
      </p:sp>
      <p:sp>
        <p:nvSpPr>
          <p:cNvPr id="26" name="object 7">
            <a:extLst>
              <a:ext uri="{FF2B5EF4-FFF2-40B4-BE49-F238E27FC236}">
                <a16:creationId xmlns:a16="http://schemas.microsoft.com/office/drawing/2014/main" id="{F0D4A2EA-5655-E25E-1FC5-8B07D551C3B5}"/>
              </a:ext>
              <a:ext uri="{C183D7F6-B498-43B3-948B-1728B52AA6E4}">
                <adec:decorative xmlns:adec="http://schemas.microsoft.com/office/drawing/2017/decorative" val="0"/>
              </a:ext>
            </a:extLst>
          </p:cNvPr>
          <p:cNvSpPr/>
          <p:nvPr/>
        </p:nvSpPr>
        <p:spPr>
          <a:xfrm>
            <a:off x="4630177" y="1564538"/>
            <a:ext cx="7226760" cy="2434576"/>
          </a:xfrm>
          <a:prstGeom prst="roundRect">
            <a:avLst>
              <a:gd name="adj" fmla="val 5835"/>
            </a:avLst>
          </a:prstGeom>
          <a:solidFill>
            <a:srgbClr val="A6E6DD"/>
          </a:solidFill>
          <a:effectLst>
            <a:outerShdw blurRad="50800" dist="38100" dir="2700000" algn="tl" rotWithShape="0">
              <a:prstClr val="black">
                <a:alpha val="40000"/>
              </a:prstClr>
            </a:outerShdw>
          </a:effectLst>
        </p:spPr>
        <p:txBody>
          <a:bodyPr wrap="square" lIns="71999" tIns="71999" rIns="36000" bIns="89999" rtlCol="0" anchor="t"/>
          <a:lstStyle/>
          <a:p>
            <a:r>
              <a:rPr lang="en-GB" sz="1400" b="1">
                <a:solidFill>
                  <a:schemeClr val="tx1"/>
                </a:solidFill>
                <a:latin typeface="+mn-lt"/>
              </a:rPr>
              <a:t>Mansion House - 0.5 miles. 10-minute walk - Circle &amp; District line</a:t>
            </a:r>
          </a:p>
          <a:p>
            <a:endParaRPr lang="en-GB" sz="1400" b="1">
              <a:solidFill>
                <a:schemeClr val="tx1"/>
              </a:solidFill>
              <a:latin typeface="+mn-lt"/>
            </a:endParaRPr>
          </a:p>
          <a:p>
            <a:r>
              <a:rPr lang="en-GB" sz="1400" b="1">
                <a:solidFill>
                  <a:schemeClr val="tx1"/>
                </a:solidFill>
                <a:latin typeface="+mn-lt"/>
              </a:rPr>
              <a:t>Liverpool Street (Moorgate Exit) - 0.3 miles. 6-minute walk - Elizabeth, Central &amp; Circle line</a:t>
            </a:r>
          </a:p>
          <a:p>
            <a:endParaRPr lang="en-GB" sz="1400" b="1">
              <a:solidFill>
                <a:schemeClr val="tx1"/>
              </a:solidFill>
              <a:latin typeface="+mn-lt"/>
            </a:endParaRPr>
          </a:p>
          <a:p>
            <a:r>
              <a:rPr lang="en-GB" sz="1400" b="1">
                <a:solidFill>
                  <a:schemeClr val="tx1"/>
                </a:solidFill>
                <a:latin typeface="+mn-lt"/>
              </a:rPr>
              <a:t>Moorgate - 0.3 miles. 6-minute walk - Northern &amp; Elizabeth line</a:t>
            </a:r>
          </a:p>
          <a:p>
            <a:endParaRPr lang="en-GB" sz="1400" b="1">
              <a:solidFill>
                <a:schemeClr val="tx1"/>
              </a:solidFill>
              <a:latin typeface="+mn-lt"/>
            </a:endParaRPr>
          </a:p>
          <a:p>
            <a:r>
              <a:rPr lang="en-GB" sz="1400" b="1">
                <a:solidFill>
                  <a:schemeClr val="tx1"/>
                </a:solidFill>
                <a:latin typeface="+mn-lt"/>
              </a:rPr>
              <a:t>Bank - 0.5 miles. 10-minute walk - Central, DLR, Northern, Waterloo &amp; City lines</a:t>
            </a:r>
          </a:p>
          <a:p>
            <a:endParaRPr lang="en-GB" sz="1400" b="1">
              <a:solidFill>
                <a:schemeClr val="tx1"/>
              </a:solidFill>
              <a:latin typeface="+mn-lt"/>
            </a:endParaRPr>
          </a:p>
          <a:p>
            <a:r>
              <a:rPr lang="en-GB" sz="1400" b="1">
                <a:solidFill>
                  <a:schemeClr val="tx1"/>
                </a:solidFill>
                <a:latin typeface="+mn-lt"/>
              </a:rPr>
              <a:t>Barbican - 0.4 miles. 7-minute walk - Met, Circle, Hammersmith &amp; City lines</a:t>
            </a:r>
          </a:p>
        </p:txBody>
      </p:sp>
      <p:sp>
        <p:nvSpPr>
          <p:cNvPr id="28" name="object 7">
            <a:extLst>
              <a:ext uri="{FF2B5EF4-FFF2-40B4-BE49-F238E27FC236}">
                <a16:creationId xmlns:a16="http://schemas.microsoft.com/office/drawing/2014/main" id="{FC923FA3-04BF-3385-CDCD-2A482825269B}"/>
              </a:ext>
              <a:ext uri="{C183D7F6-B498-43B3-948B-1728B52AA6E4}">
                <adec:decorative xmlns:adec="http://schemas.microsoft.com/office/drawing/2017/decorative" val="0"/>
              </a:ext>
            </a:extLst>
          </p:cNvPr>
          <p:cNvSpPr/>
          <p:nvPr/>
        </p:nvSpPr>
        <p:spPr>
          <a:xfrm>
            <a:off x="4622646" y="4609519"/>
            <a:ext cx="7252948" cy="1642642"/>
          </a:xfrm>
          <a:prstGeom prst="roundRect">
            <a:avLst>
              <a:gd name="adj" fmla="val 5835"/>
            </a:avLst>
          </a:prstGeom>
          <a:solidFill>
            <a:srgbClr val="F5B2F2"/>
          </a:solidFill>
          <a:effectLst>
            <a:outerShdw blurRad="50800" dist="38100" dir="2700000" algn="tl" rotWithShape="0">
              <a:prstClr val="black">
                <a:alpha val="40000"/>
              </a:prstClr>
            </a:outerShdw>
          </a:effectLst>
        </p:spPr>
        <p:txBody>
          <a:bodyPr wrap="square" lIns="71999" tIns="71999" rIns="36000" bIns="89999" rtlCol="0" anchor="t"/>
          <a:lstStyle/>
          <a:p>
            <a:pPr algn="l" defTabSz="914413">
              <a:defRPr/>
            </a:pPr>
            <a:r>
              <a:rPr lang="en-GB" sz="1400" b="1" spc="-10">
                <a:solidFill>
                  <a:prstClr val="black"/>
                </a:solidFill>
                <a:latin typeface="GT Ultra Lloyds Regular"/>
                <a:cs typeface="GT Ultra Median Lloyds Regular"/>
              </a:rPr>
              <a:t>Moorgate - 0.3 miles</a:t>
            </a:r>
          </a:p>
          <a:p>
            <a:pPr algn="l" defTabSz="914413">
              <a:defRPr/>
            </a:pPr>
            <a:endParaRPr lang="en-GB" sz="1400" b="1" spc="-10">
              <a:solidFill>
                <a:prstClr val="black"/>
              </a:solidFill>
              <a:latin typeface="GT Ultra Lloyds Regular"/>
              <a:cs typeface="GT Ultra Median Lloyds Regular"/>
            </a:endParaRPr>
          </a:p>
          <a:p>
            <a:pPr algn="l" defTabSz="914413">
              <a:defRPr/>
            </a:pPr>
            <a:r>
              <a:rPr lang="en-GB" sz="1400" b="1" spc="-10">
                <a:solidFill>
                  <a:prstClr val="black"/>
                </a:solidFill>
                <a:latin typeface="GT Ultra Lloyds Regular"/>
                <a:cs typeface="GT Ultra Median Lloyds Regular"/>
              </a:rPr>
              <a:t>City Thameslink - 0.5 miles</a:t>
            </a:r>
          </a:p>
          <a:p>
            <a:pPr algn="l" defTabSz="914413">
              <a:defRPr/>
            </a:pPr>
            <a:endParaRPr lang="en-GB" sz="1400" b="1" spc="-10">
              <a:solidFill>
                <a:prstClr val="black"/>
              </a:solidFill>
              <a:latin typeface="GT Ultra Lloyds Regular"/>
              <a:cs typeface="GT Ultra Median Lloyds Regular"/>
            </a:endParaRPr>
          </a:p>
          <a:p>
            <a:pPr algn="l" defTabSz="914413">
              <a:defRPr/>
            </a:pPr>
            <a:r>
              <a:rPr lang="en-GB" sz="1400" b="1" spc="-10">
                <a:solidFill>
                  <a:prstClr val="black"/>
                </a:solidFill>
                <a:latin typeface="GT Ultra Lloyds Regular"/>
                <a:cs typeface="GT Ultra Median Lloyds Regular"/>
              </a:rPr>
              <a:t>Farringdon - 0.6 miles</a:t>
            </a:r>
          </a:p>
          <a:p>
            <a:pPr algn="l" defTabSz="914413">
              <a:defRPr/>
            </a:pPr>
            <a:endParaRPr lang="en-GB" sz="1400" b="1" spc="-10">
              <a:solidFill>
                <a:prstClr val="black"/>
              </a:solidFill>
              <a:latin typeface="GT Ultra Lloyds Regular"/>
              <a:cs typeface="GT Ultra Median Lloyds Regular"/>
            </a:endParaRPr>
          </a:p>
          <a:p>
            <a:pPr algn="l" defTabSz="914413">
              <a:defRPr/>
            </a:pPr>
            <a:r>
              <a:rPr lang="en-GB" sz="1400" b="1" spc="-10">
                <a:solidFill>
                  <a:prstClr val="black"/>
                </a:solidFill>
                <a:latin typeface="GT Ultra Lloyds Regular"/>
                <a:cs typeface="GT Ultra Median Lloyds Regular"/>
              </a:rPr>
              <a:t>Liverpool Street - 0.3 miles</a:t>
            </a:r>
          </a:p>
        </p:txBody>
      </p:sp>
      <p:sp>
        <p:nvSpPr>
          <p:cNvPr id="30" name="Title 1">
            <a:extLst>
              <a:ext uri="{FF2B5EF4-FFF2-40B4-BE49-F238E27FC236}">
                <a16:creationId xmlns:a16="http://schemas.microsoft.com/office/drawing/2014/main" id="{C7194B51-77A2-F6E1-790E-E4F76F6185EC}"/>
              </a:ext>
            </a:extLst>
          </p:cNvPr>
          <p:cNvSpPr txBox="1">
            <a:spLocks/>
          </p:cNvSpPr>
          <p:nvPr/>
        </p:nvSpPr>
        <p:spPr>
          <a:xfrm>
            <a:off x="4627219" y="1104607"/>
            <a:ext cx="7822952" cy="2329594"/>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defTabSz="914413">
              <a:defRPr/>
            </a:pPr>
            <a:r>
              <a:rPr lang="en-GB" sz="2668">
                <a:solidFill>
                  <a:prstClr val="black"/>
                </a:solidFill>
                <a:latin typeface="GT Ultra Median Lloyds Regular"/>
              </a:rPr>
              <a:t>Getting to 10 Gresham Street by Tube</a:t>
            </a:r>
            <a:endParaRPr lang="en-GB" sz="1600">
              <a:solidFill>
                <a:prstClr val="black"/>
              </a:solidFill>
            </a:endParaRPr>
          </a:p>
        </p:txBody>
      </p:sp>
      <p:pic>
        <p:nvPicPr>
          <p:cNvPr id="24" name="Picture 16">
            <a:extLst>
              <a:ext uri="{FF2B5EF4-FFF2-40B4-BE49-F238E27FC236}">
                <a16:creationId xmlns:a16="http://schemas.microsoft.com/office/drawing/2014/main" id="{4EC30324-B950-1635-C469-3E8EA2F42A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545" y="3304553"/>
            <a:ext cx="3064531" cy="306453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CC3FCFB3-2F86-DC08-D6B4-26BFA3AF26B8}"/>
              </a:ext>
            </a:extLst>
          </p:cNvPr>
          <p:cNvSpPr txBox="1">
            <a:spLocks/>
          </p:cNvSpPr>
          <p:nvPr/>
        </p:nvSpPr>
        <p:spPr>
          <a:xfrm>
            <a:off x="393254" y="279379"/>
            <a:ext cx="3297023" cy="1149976"/>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defTabSz="914413">
              <a:defRPr/>
            </a:pPr>
            <a:r>
              <a:rPr lang="en-GB">
                <a:solidFill>
                  <a:prstClr val="black"/>
                </a:solidFill>
                <a:latin typeface="GT Ultra Median Lloyds Regular"/>
              </a:rPr>
              <a:t>Travelling to the Event</a:t>
            </a:r>
          </a:p>
          <a:p>
            <a:pPr defTabSz="914413">
              <a:defRPr/>
            </a:pPr>
            <a:endParaRPr lang="en-GB">
              <a:solidFill>
                <a:prstClr val="black"/>
              </a:solidFill>
            </a:endParaRPr>
          </a:p>
        </p:txBody>
      </p:sp>
      <p:sp>
        <p:nvSpPr>
          <p:cNvPr id="17" name="Title 1">
            <a:extLst>
              <a:ext uri="{FF2B5EF4-FFF2-40B4-BE49-F238E27FC236}">
                <a16:creationId xmlns:a16="http://schemas.microsoft.com/office/drawing/2014/main" id="{66484A3D-6388-B8A1-7FB9-67C0FB1706C5}"/>
              </a:ext>
            </a:extLst>
          </p:cNvPr>
          <p:cNvSpPr txBox="1">
            <a:spLocks/>
          </p:cNvSpPr>
          <p:nvPr/>
        </p:nvSpPr>
        <p:spPr>
          <a:xfrm>
            <a:off x="4622646" y="4159700"/>
            <a:ext cx="7822952" cy="2329594"/>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b="1" kern="1200">
                <a:solidFill>
                  <a:schemeClr val="tx1"/>
                </a:solidFill>
                <a:latin typeface="GT Ultra Median Lloyds Regular" pitchFamily="50" charset="0"/>
                <a:ea typeface="+mj-ea"/>
                <a:cs typeface="+mj-cs"/>
              </a:defRPr>
            </a:lvl1pPr>
          </a:lstStyle>
          <a:p>
            <a:pPr defTabSz="914413">
              <a:defRPr/>
            </a:pPr>
            <a:r>
              <a:rPr lang="en-GB" sz="2668">
                <a:solidFill>
                  <a:prstClr val="black"/>
                </a:solidFill>
                <a:latin typeface="GT Ultra Median Lloyds Regular"/>
              </a:rPr>
              <a:t>Getting to 10 Gresham Street by Train</a:t>
            </a:r>
            <a:endParaRPr lang="en-GB" sz="1600">
              <a:solidFill>
                <a:prstClr val="black"/>
              </a:solidFill>
            </a:endParaRPr>
          </a:p>
        </p:txBody>
      </p:sp>
    </p:spTree>
    <p:extLst>
      <p:ext uri="{BB962C8B-B14F-4D97-AF65-F5344CB8AC3E}">
        <p14:creationId xmlns:p14="http://schemas.microsoft.com/office/powerpoint/2010/main" val="35339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9A15-8957-CFAA-403A-5E38A8107E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D985006-45B7-22D0-A0F0-718EF562A5C3}"/>
              </a:ext>
            </a:extLst>
          </p:cNvPr>
          <p:cNvSpPr>
            <a:spLocks noGrp="1"/>
          </p:cNvSpPr>
          <p:nvPr>
            <p:ph type="title"/>
          </p:nvPr>
        </p:nvSpPr>
        <p:spPr>
          <a:xfrm>
            <a:off x="266556" y="117223"/>
            <a:ext cx="11410850" cy="998846"/>
          </a:xfrm>
        </p:spPr>
        <p:txBody>
          <a:bodyPr/>
          <a:lstStyle/>
          <a:p>
            <a:r>
              <a:rPr lang="en-GB" b="0" kern="0" spc="-20">
                <a:solidFill>
                  <a:sysClr val="windowText" lastClr="000000"/>
                </a:solidFill>
                <a:latin typeface="GT Ultra Median Lloyds Black" pitchFamily="50" charset="0"/>
                <a:ea typeface="+mn-ea"/>
                <a:cs typeface="+mn-cs"/>
              </a:rPr>
              <a:t>Inclusive Welcome Event</a:t>
            </a:r>
            <a:endParaRPr lang="en-GB"/>
          </a:p>
        </p:txBody>
      </p:sp>
      <p:sp>
        <p:nvSpPr>
          <p:cNvPr id="14" name="object 7">
            <a:extLst>
              <a:ext uri="{FF2B5EF4-FFF2-40B4-BE49-F238E27FC236}">
                <a16:creationId xmlns:a16="http://schemas.microsoft.com/office/drawing/2014/main" id="{BFCFC79E-7E91-0B2F-ABA4-A4EA96B66CB6}"/>
              </a:ext>
              <a:ext uri="{C183D7F6-B498-43B3-948B-1728B52AA6E4}">
                <adec:decorative xmlns:adec="http://schemas.microsoft.com/office/drawing/2017/decorative" val="0"/>
              </a:ext>
            </a:extLst>
          </p:cNvPr>
          <p:cNvSpPr/>
          <p:nvPr/>
        </p:nvSpPr>
        <p:spPr>
          <a:xfrm>
            <a:off x="266557" y="1249698"/>
            <a:ext cx="3781695" cy="2741996"/>
          </a:xfrm>
          <a:prstGeom prst="roundRect">
            <a:avLst>
              <a:gd name="adj" fmla="val 5835"/>
            </a:avLst>
          </a:prstGeom>
          <a:solidFill>
            <a:srgbClr val="C7FFC6"/>
          </a:solidFill>
          <a:effectLst>
            <a:outerShdw blurRad="50800" dist="38100" dir="2700000" algn="tl" rotWithShape="0">
              <a:prstClr val="black">
                <a:alpha val="40000"/>
              </a:prstClr>
            </a:outerShdw>
          </a:effectLst>
        </p:spPr>
        <p:txBody>
          <a:bodyPr wrap="square" lIns="71999" tIns="89999" rIns="0" bIns="89999" rtlCol="0"/>
          <a:lstStyle/>
          <a:p>
            <a:pPr algn="l" defTabSz="914413" rtl="0">
              <a:spcAft>
                <a:spcPts val="600"/>
              </a:spcAft>
              <a:defRPr/>
            </a:pPr>
            <a:r>
              <a:rPr lang="en-GB" sz="1400" b="1" spc="-10">
                <a:solidFill>
                  <a:prstClr val="black"/>
                </a:solidFill>
                <a:latin typeface="GT Ultra Lloyds Regular"/>
                <a:ea typeface="+mn-ea"/>
                <a:cs typeface="GT Ultra Median Lloyds Regular"/>
              </a:rPr>
              <a:t>Venue</a:t>
            </a:r>
          </a:p>
          <a:p>
            <a:pPr marL="171452" indent="-171452" algn="l" defTabSz="914413" rtl="0">
              <a:buFont typeface="Arial" panose="020B0604020202020204" pitchFamily="34" charset="0"/>
              <a:buChar char="•"/>
              <a:defRPr/>
            </a:pPr>
            <a:r>
              <a:rPr lang="en-GB" sz="1400">
                <a:solidFill>
                  <a:srgbClr val="242424"/>
                </a:solidFill>
                <a:latin typeface="GT Ultra Lloyds Regular"/>
                <a:ea typeface="+mn-ea"/>
                <a:cs typeface="+mn-cs"/>
              </a:rPr>
              <a:t>The venue for your Welcome Event has been selected to be close to on on-site so that you get a feel for our buildings ad the local areas as well as minimising any additional travel </a:t>
            </a:r>
          </a:p>
          <a:p>
            <a:pPr marL="171452" indent="-171452" algn="l" defTabSz="914413" rtl="0">
              <a:buFont typeface="Arial" panose="020B0604020202020204" pitchFamily="34" charset="0"/>
              <a:buChar char="•"/>
              <a:defRPr/>
            </a:pPr>
            <a:r>
              <a:rPr lang="en-GB" sz="1400">
                <a:solidFill>
                  <a:srgbClr val="242424"/>
                </a:solidFill>
                <a:latin typeface="GT Ultra Lloyds Regular"/>
                <a:ea typeface="+mn-ea"/>
                <a:cs typeface="+mn-cs"/>
              </a:rPr>
              <a:t>Each of the venues will have members of the Next Generation Talent if any Intern requires support</a:t>
            </a:r>
          </a:p>
          <a:p>
            <a:pPr marL="171452" indent="-171452" algn="l" defTabSz="914413" rtl="0">
              <a:buFont typeface="Arial" panose="020B0604020202020204" pitchFamily="34" charset="0"/>
              <a:buChar char="•"/>
              <a:defRPr/>
            </a:pPr>
            <a:r>
              <a:rPr lang="en-GB" sz="1400">
                <a:solidFill>
                  <a:prstClr val="black"/>
                </a:solidFill>
                <a:latin typeface="GT Ultra Lloyds Regular"/>
                <a:ea typeface="+mn-ea"/>
                <a:cs typeface="+mn-cs"/>
              </a:rPr>
              <a:t>All venues will be physically accessible, and activities will be inclusive for all</a:t>
            </a:r>
          </a:p>
          <a:p>
            <a:pPr marL="171452" indent="-171452" algn="l" defTabSz="914413" rtl="0">
              <a:buFont typeface="Arial" panose="020B0604020202020204" pitchFamily="34" charset="0"/>
              <a:buChar char="•"/>
              <a:defRPr/>
            </a:pPr>
            <a:endParaRPr lang="en-GB" sz="1400">
              <a:solidFill>
                <a:prstClr val="black"/>
              </a:solidFill>
              <a:latin typeface="GT Ultra Lloyds Regular"/>
              <a:ea typeface="+mn-ea"/>
              <a:cs typeface="+mn-cs"/>
            </a:endParaRPr>
          </a:p>
          <a:p>
            <a:pPr marL="171452" indent="-171452" algn="l" defTabSz="914413" rtl="0">
              <a:buFont typeface="Arial" panose="020B0604020202020204" pitchFamily="34" charset="0"/>
              <a:buChar char="•"/>
              <a:defRPr/>
            </a:pPr>
            <a:endParaRPr lang="en-GB" sz="1400">
              <a:solidFill>
                <a:srgbClr val="242424"/>
              </a:solidFill>
              <a:latin typeface="GT Ultra Lloyds Regular"/>
              <a:ea typeface="+mn-ea"/>
              <a:cs typeface="+mn-cs"/>
            </a:endParaRPr>
          </a:p>
          <a:p>
            <a:pPr marL="171452" indent="-171452" algn="l" defTabSz="914413" rtl="0">
              <a:buFont typeface="Arial" panose="020B0604020202020204" pitchFamily="34" charset="0"/>
              <a:buChar char="•"/>
              <a:defRPr/>
            </a:pPr>
            <a:endParaRPr lang="en-GB" sz="1400">
              <a:solidFill>
                <a:srgbClr val="242424"/>
              </a:solidFill>
              <a:latin typeface="GT Ultra Lloyds Regular"/>
              <a:ea typeface="+mn-ea"/>
              <a:cs typeface="+mn-cs"/>
            </a:endParaRPr>
          </a:p>
        </p:txBody>
      </p:sp>
      <p:sp>
        <p:nvSpPr>
          <p:cNvPr id="9" name="object 7">
            <a:extLst>
              <a:ext uri="{FF2B5EF4-FFF2-40B4-BE49-F238E27FC236}">
                <a16:creationId xmlns:a16="http://schemas.microsoft.com/office/drawing/2014/main" id="{70ACE6AD-A341-2B8A-46E5-215F4B69CE5B}"/>
              </a:ext>
              <a:ext uri="{C183D7F6-B498-43B3-948B-1728B52AA6E4}">
                <adec:decorative xmlns:adec="http://schemas.microsoft.com/office/drawing/2017/decorative" val="0"/>
              </a:ext>
            </a:extLst>
          </p:cNvPr>
          <p:cNvSpPr/>
          <p:nvPr/>
        </p:nvSpPr>
        <p:spPr>
          <a:xfrm>
            <a:off x="4129057" y="3234130"/>
            <a:ext cx="2284652" cy="1888376"/>
          </a:xfrm>
          <a:prstGeom prst="roundRect">
            <a:avLst>
              <a:gd name="adj" fmla="val 5835"/>
            </a:avLst>
          </a:prstGeom>
          <a:solidFill>
            <a:schemeClr val="tx1"/>
          </a:solidFill>
          <a:effectLst>
            <a:outerShdw blurRad="50800" dist="38100" dir="2700000" algn="tl" rotWithShape="0">
              <a:prstClr val="black">
                <a:alpha val="40000"/>
              </a:prstClr>
            </a:outerShdw>
          </a:effectLst>
        </p:spPr>
        <p:txBody>
          <a:bodyPr wrap="square" lIns="36000" tIns="89999" rIns="36000" bIns="89999" rtlCol="0"/>
          <a:lstStyle/>
          <a:p>
            <a:pPr marL="171452" indent="-171452" algn="l" defTabSz="914413" rtl="0">
              <a:spcAft>
                <a:spcPts val="600"/>
              </a:spcAft>
              <a:buFont typeface="Arial" panose="020B0604020202020204" pitchFamily="34" charset="0"/>
              <a:buChar char="•"/>
              <a:defRPr/>
            </a:pPr>
            <a:endParaRPr lang="en-GB" sz="800" spc="-10">
              <a:solidFill>
                <a:prstClr val="white"/>
              </a:solidFill>
              <a:latin typeface="GT Ultra Lloyds Regular"/>
              <a:ea typeface="+mn-ea"/>
              <a:cs typeface="+mn-cs"/>
            </a:endParaRPr>
          </a:p>
          <a:p>
            <a:pPr marL="171452" indent="-171452" algn="l" defTabSz="914413" rtl="0">
              <a:spcAft>
                <a:spcPts val="300"/>
              </a:spcAft>
              <a:buFont typeface="Arial" panose="020B0604020202020204" pitchFamily="34" charset="0"/>
              <a:buChar char="•"/>
              <a:defRPr/>
            </a:pPr>
            <a:r>
              <a:rPr lang="en-GB" sz="1400" spc="-10">
                <a:solidFill>
                  <a:prstClr val="white"/>
                </a:solidFill>
                <a:latin typeface="GT Ultra Lloyds Regular"/>
                <a:ea typeface="+mn-ea"/>
                <a:cs typeface="+mn-cs"/>
              </a:rPr>
              <a:t>If you are having to travel to another hub for the welcome event, the Next Generation Team will be in touch to help arrange your travel</a:t>
            </a:r>
          </a:p>
        </p:txBody>
      </p:sp>
      <p:sp>
        <p:nvSpPr>
          <p:cNvPr id="21" name="TextBox 20">
            <a:extLst>
              <a:ext uri="{FF2B5EF4-FFF2-40B4-BE49-F238E27FC236}">
                <a16:creationId xmlns:a16="http://schemas.microsoft.com/office/drawing/2014/main" id="{F3E818B4-987F-321C-6B17-34BA8B52AF3B}"/>
              </a:ext>
            </a:extLst>
          </p:cNvPr>
          <p:cNvSpPr txBox="1"/>
          <p:nvPr/>
        </p:nvSpPr>
        <p:spPr>
          <a:xfrm>
            <a:off x="266557" y="763895"/>
            <a:ext cx="6140897" cy="391597"/>
          </a:xfrm>
          <a:prstGeom prst="roundRect">
            <a:avLst/>
          </a:prstGeom>
          <a:solidFill>
            <a:srgbClr val="9DE7DE"/>
          </a:solidFill>
          <a:effectLst>
            <a:outerShdw blurRad="50800" dist="38100" dir="2700000" algn="tl" rotWithShape="0">
              <a:prstClr val="black">
                <a:alpha val="40000"/>
              </a:prstClr>
            </a:outerShdw>
          </a:effectLst>
        </p:spPr>
        <p:txBody>
          <a:bodyPr wrap="square">
            <a:spAutoFit/>
          </a:bodyPr>
          <a:lstStyle/>
          <a:p>
            <a:pPr algn="l" defTabSz="914413" rtl="0">
              <a:defRPr/>
            </a:pPr>
            <a:r>
              <a:rPr lang="en-GB" sz="1400" b="1">
                <a:solidFill>
                  <a:prstClr val="black"/>
                </a:solidFill>
                <a:latin typeface="GT Ultra Lloyds Regular"/>
                <a:ea typeface="+mn-ea"/>
                <a:cs typeface="+mn-cs"/>
              </a:rPr>
              <a:t>The Venue and Logistics</a:t>
            </a:r>
          </a:p>
          <a:p>
            <a:pPr algn="l" defTabSz="914413" rtl="0">
              <a:defRPr/>
            </a:pPr>
            <a:endParaRPr lang="en-GB" sz="300" b="1">
              <a:solidFill>
                <a:prstClr val="black"/>
              </a:solidFill>
              <a:latin typeface="GT Ultra Lloyds Regular"/>
              <a:ea typeface="+mn-ea"/>
              <a:cs typeface="+mn-cs"/>
            </a:endParaRPr>
          </a:p>
        </p:txBody>
      </p:sp>
      <p:sp>
        <p:nvSpPr>
          <p:cNvPr id="25" name="Content Placeholder 6">
            <a:extLst>
              <a:ext uri="{FF2B5EF4-FFF2-40B4-BE49-F238E27FC236}">
                <a16:creationId xmlns:a16="http://schemas.microsoft.com/office/drawing/2014/main" id="{025A4B96-27EF-89E9-EA4D-056A7F6BB91E}"/>
              </a:ext>
            </a:extLst>
          </p:cNvPr>
          <p:cNvSpPr txBox="1">
            <a:spLocks/>
          </p:cNvSpPr>
          <p:nvPr/>
        </p:nvSpPr>
        <p:spPr>
          <a:xfrm>
            <a:off x="6807748" y="681714"/>
            <a:ext cx="4593665" cy="574757"/>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vert="horz" wrap="square" lIns="143999" tIns="143999" rIns="251998" bIns="36000" rtlCol="0">
            <a:noAutofit/>
          </a:bodyPr>
          <a:lstStyle>
            <a:lvl1pPr marL="0" indent="0" algn="l" defTabSz="914400"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2pPr>
            <a:lvl3pPr marL="182563" indent="-18256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3pPr>
            <a:lvl4pPr marL="358775" indent="-17621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4pPr>
            <a:lvl5pPr marL="541338" indent="-18256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13">
              <a:defRPr/>
            </a:pPr>
            <a:r>
              <a:rPr lang="en-GB">
                <a:solidFill>
                  <a:prstClr val="white"/>
                </a:solidFill>
                <a:latin typeface="GT Ultra Lloyds Regular"/>
              </a:rPr>
              <a:t>Timeline 2025</a:t>
            </a:r>
          </a:p>
        </p:txBody>
      </p:sp>
      <p:sp>
        <p:nvSpPr>
          <p:cNvPr id="62" name="Content Placeholder 6">
            <a:extLst>
              <a:ext uri="{FF2B5EF4-FFF2-40B4-BE49-F238E27FC236}">
                <a16:creationId xmlns:a16="http://schemas.microsoft.com/office/drawing/2014/main" id="{351150F7-EEED-77D2-C041-8DFED176265B}"/>
              </a:ext>
            </a:extLst>
          </p:cNvPr>
          <p:cNvSpPr txBox="1">
            <a:spLocks/>
          </p:cNvSpPr>
          <p:nvPr/>
        </p:nvSpPr>
        <p:spPr>
          <a:xfrm>
            <a:off x="6527754" y="755717"/>
            <a:ext cx="5397691" cy="410396"/>
          </a:xfrm>
          <a:prstGeom prst="roundRect">
            <a:avLst/>
          </a:prstGeom>
          <a:solidFill>
            <a:srgbClr val="A19FFF"/>
          </a:solidFill>
          <a:ln>
            <a:noFill/>
          </a:ln>
          <a:effectLst>
            <a:outerShdw blurRad="50800" dist="38100" dir="2700000" algn="tl" rotWithShape="0">
              <a:prstClr val="black">
                <a:alpha val="40000"/>
              </a:prstClr>
            </a:outerShdw>
          </a:effectLst>
        </p:spPr>
        <p:txBody>
          <a:bodyPr vert="horz" wrap="square" lIns="143999" tIns="143999" rIns="251998" bIns="36000" rtlCol="0">
            <a:noAutofit/>
          </a:bodyPr>
          <a:lstStyle>
            <a:lvl1pPr marL="0" indent="0" algn="l" defTabSz="914400"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2pPr>
            <a:lvl3pPr marL="182563" indent="-18256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3pPr>
            <a:lvl4pPr marL="358775" indent="-17621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4pPr>
            <a:lvl5pPr marL="541338" indent="-18256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13">
              <a:defRPr/>
            </a:pPr>
            <a:endParaRPr lang="en-GB">
              <a:solidFill>
                <a:prstClr val="white"/>
              </a:solidFill>
              <a:latin typeface="GT Ultra Lloyds Regular"/>
            </a:endParaRPr>
          </a:p>
        </p:txBody>
      </p:sp>
      <p:sp>
        <p:nvSpPr>
          <p:cNvPr id="63" name="Content Placeholder 6">
            <a:extLst>
              <a:ext uri="{FF2B5EF4-FFF2-40B4-BE49-F238E27FC236}">
                <a16:creationId xmlns:a16="http://schemas.microsoft.com/office/drawing/2014/main" id="{734D12ED-D7A5-AFD2-674C-1D53D1586E67}"/>
              </a:ext>
            </a:extLst>
          </p:cNvPr>
          <p:cNvSpPr txBox="1">
            <a:spLocks/>
          </p:cNvSpPr>
          <p:nvPr/>
        </p:nvSpPr>
        <p:spPr>
          <a:xfrm>
            <a:off x="6488258" y="677571"/>
            <a:ext cx="4753579" cy="574757"/>
          </a:xfrm>
          <a:custGeom>
            <a:avLst/>
            <a:gdLst>
              <a:gd name="connsiteX0" fmla="*/ 114991 w 2725738"/>
              <a:gd name="connsiteY0" fmla="*/ 0 h 2167606"/>
              <a:gd name="connsiteX1" fmla="*/ 2610747 w 2725738"/>
              <a:gd name="connsiteY1" fmla="*/ 0 h 2167606"/>
              <a:gd name="connsiteX2" fmla="*/ 2725738 w 2725738"/>
              <a:gd name="connsiteY2" fmla="*/ 114991 h 2167606"/>
              <a:gd name="connsiteX3" fmla="*/ 2725738 w 2725738"/>
              <a:gd name="connsiteY3" fmla="*/ 2052615 h 2167606"/>
              <a:gd name="connsiteX4" fmla="*/ 2610747 w 2725738"/>
              <a:gd name="connsiteY4" fmla="*/ 2167606 h 2167606"/>
              <a:gd name="connsiteX5" fmla="*/ 114991 w 2725738"/>
              <a:gd name="connsiteY5" fmla="*/ 2167606 h 2167606"/>
              <a:gd name="connsiteX6" fmla="*/ 0 w 2725738"/>
              <a:gd name="connsiteY6" fmla="*/ 2052615 h 2167606"/>
              <a:gd name="connsiteX7" fmla="*/ 0 w 2725738"/>
              <a:gd name="connsiteY7" fmla="*/ 114991 h 2167606"/>
              <a:gd name="connsiteX8" fmla="*/ 114991 w 2725738"/>
              <a:gd name="connsiteY8" fmla="*/ 0 h 216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5738" h="2167606">
                <a:moveTo>
                  <a:pt x="114991" y="0"/>
                </a:moveTo>
                <a:lnTo>
                  <a:pt x="2610747" y="0"/>
                </a:lnTo>
                <a:cubicBezTo>
                  <a:pt x="2674255" y="0"/>
                  <a:pt x="2725738" y="51483"/>
                  <a:pt x="2725738" y="114991"/>
                </a:cubicBezTo>
                <a:lnTo>
                  <a:pt x="2725738" y="2052615"/>
                </a:lnTo>
                <a:cubicBezTo>
                  <a:pt x="2725738" y="2116123"/>
                  <a:pt x="2674255" y="2167606"/>
                  <a:pt x="2610747" y="2167606"/>
                </a:cubicBezTo>
                <a:lnTo>
                  <a:pt x="114991" y="2167606"/>
                </a:lnTo>
                <a:cubicBezTo>
                  <a:pt x="51483" y="2167606"/>
                  <a:pt x="0" y="2116123"/>
                  <a:pt x="0" y="2052615"/>
                </a:cubicBezTo>
                <a:lnTo>
                  <a:pt x="0" y="114991"/>
                </a:lnTo>
                <a:cubicBezTo>
                  <a:pt x="0" y="51483"/>
                  <a:pt x="51483" y="0"/>
                  <a:pt x="114991" y="0"/>
                </a:cubicBezTo>
                <a:close/>
              </a:path>
            </a:pathLst>
          </a:custGeom>
        </p:spPr>
        <p:txBody>
          <a:bodyPr vert="horz" wrap="square" lIns="143999" tIns="143999" rIns="251998" bIns="36000" rtlCol="0">
            <a:noAutofit/>
          </a:bodyPr>
          <a:lstStyle>
            <a:lvl1pPr marL="0" indent="0" algn="l" defTabSz="914400" rtl="0" eaLnBrk="1" latinLnBrk="0" hangingPunct="1">
              <a:lnSpc>
                <a:spcPct val="100000"/>
              </a:lnSpc>
              <a:spcBef>
                <a:spcPts val="180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kern="1200">
                <a:solidFill>
                  <a:schemeClr val="tx1"/>
                </a:solidFill>
                <a:latin typeface="+mn-lt"/>
                <a:ea typeface="+mn-ea"/>
                <a:cs typeface="+mn-cs"/>
              </a:defRPr>
            </a:lvl2pPr>
            <a:lvl3pPr marL="182563" indent="-182563"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mn-ea"/>
                <a:cs typeface="+mn-cs"/>
              </a:defRPr>
            </a:lvl3pPr>
            <a:lvl4pPr marL="358775" indent="-17621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4pPr>
            <a:lvl5pPr marL="541338" indent="-182563"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13">
              <a:defRPr/>
            </a:pPr>
            <a:r>
              <a:rPr lang="en-GB" sz="1400">
                <a:solidFill>
                  <a:prstClr val="white"/>
                </a:solidFill>
                <a:latin typeface="GT Ultra Lloyds Regular"/>
              </a:rPr>
              <a:t>Quiet Space</a:t>
            </a:r>
          </a:p>
        </p:txBody>
      </p:sp>
      <p:sp>
        <p:nvSpPr>
          <p:cNvPr id="65" name="object 7">
            <a:extLst>
              <a:ext uri="{FF2B5EF4-FFF2-40B4-BE49-F238E27FC236}">
                <a16:creationId xmlns:a16="http://schemas.microsoft.com/office/drawing/2014/main" id="{84086D44-B808-305D-BA0B-2E4F8C733856}"/>
              </a:ext>
              <a:ext uri="{C183D7F6-B498-43B3-948B-1728B52AA6E4}">
                <adec:decorative xmlns:adec="http://schemas.microsoft.com/office/drawing/2017/decorative" val="0"/>
              </a:ext>
            </a:extLst>
          </p:cNvPr>
          <p:cNvSpPr/>
          <p:nvPr/>
        </p:nvSpPr>
        <p:spPr>
          <a:xfrm>
            <a:off x="6527752" y="1274164"/>
            <a:ext cx="4063091" cy="2483017"/>
          </a:xfrm>
          <a:prstGeom prst="roundRect">
            <a:avLst>
              <a:gd name="adj" fmla="val 5835"/>
            </a:avLst>
          </a:prstGeom>
          <a:solidFill>
            <a:srgbClr val="F5B2F2"/>
          </a:solidFill>
          <a:effectLst>
            <a:outerShdw blurRad="50800" dist="38100" dir="2700000" algn="tl" rotWithShape="0">
              <a:prstClr val="black">
                <a:alpha val="40000"/>
              </a:prstClr>
            </a:outerShdw>
          </a:effectLst>
        </p:spPr>
        <p:txBody>
          <a:bodyPr wrap="square" lIns="36000" tIns="36000" rIns="0" bIns="89999" rtlCol="0" anchor="t"/>
          <a:lstStyle/>
          <a:p>
            <a:pPr algn="l" defTabSz="914413" rtl="0">
              <a:spcAft>
                <a:spcPts val="600"/>
              </a:spcAft>
              <a:defRPr/>
            </a:pPr>
            <a:r>
              <a:rPr lang="en-GB" sz="1400" b="1" spc="-10">
                <a:solidFill>
                  <a:prstClr val="black"/>
                </a:solidFill>
                <a:latin typeface="GT Ultra Lloyds Regular"/>
                <a:ea typeface="+mn-ea"/>
                <a:cs typeface="GT Ultra Median Lloyds Regular"/>
              </a:rPr>
              <a:t>Chill Room</a:t>
            </a:r>
          </a:p>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We’ll have a quiet room available across the whole event at our venue</a:t>
            </a:r>
          </a:p>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The room is for anyone needing to step away if feeling overstimulated or overwhelmed, needing a quiet place to recalibrate</a:t>
            </a:r>
          </a:p>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You don’t need to let us know ahead of time - just drop in!</a:t>
            </a:r>
          </a:p>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We’ll have fidget toys and doodling kit there</a:t>
            </a:r>
          </a:p>
          <a:p>
            <a:pPr algn="l" defTabSz="914413" rtl="0">
              <a:defRPr/>
            </a:pPr>
            <a:endParaRPr lang="en-GB" sz="1400" b="1" spc="-10">
              <a:solidFill>
                <a:prstClr val="black"/>
              </a:solidFill>
              <a:latin typeface="GT Ultra Lloyds Regular"/>
              <a:ea typeface="+mn-ea"/>
              <a:cs typeface="GT Ultra Median Lloyds Regular"/>
            </a:endParaRPr>
          </a:p>
        </p:txBody>
      </p:sp>
      <p:sp>
        <p:nvSpPr>
          <p:cNvPr id="4" name="TextBox 3">
            <a:extLst>
              <a:ext uri="{FF2B5EF4-FFF2-40B4-BE49-F238E27FC236}">
                <a16:creationId xmlns:a16="http://schemas.microsoft.com/office/drawing/2014/main" id="{6E08074E-A643-C1F7-285E-3A814F9F0932}"/>
              </a:ext>
            </a:extLst>
          </p:cNvPr>
          <p:cNvSpPr txBox="1"/>
          <p:nvPr/>
        </p:nvSpPr>
        <p:spPr>
          <a:xfrm>
            <a:off x="4178677" y="3231101"/>
            <a:ext cx="2554523" cy="276999"/>
          </a:xfrm>
          <a:prstGeom prst="rect">
            <a:avLst/>
          </a:prstGeom>
          <a:noFill/>
        </p:spPr>
        <p:txBody>
          <a:bodyPr wrap="square">
            <a:spAutoFit/>
          </a:bodyPr>
          <a:lstStyle/>
          <a:p>
            <a:pPr algn="l" defTabSz="914413" rtl="0">
              <a:spcAft>
                <a:spcPts val="600"/>
              </a:spcAft>
              <a:defRPr/>
            </a:pPr>
            <a:r>
              <a:rPr lang="en-GB" sz="1200" b="1" spc="-10">
                <a:solidFill>
                  <a:prstClr val="white"/>
                </a:solidFill>
                <a:latin typeface="GT Ultra Lloyds Regular"/>
                <a:ea typeface="+mn-ea"/>
                <a:cs typeface="+mn-cs"/>
              </a:rPr>
              <a:t>Travel</a:t>
            </a:r>
          </a:p>
        </p:txBody>
      </p:sp>
      <p:sp>
        <p:nvSpPr>
          <p:cNvPr id="2" name="TextBox 1">
            <a:extLst>
              <a:ext uri="{FF2B5EF4-FFF2-40B4-BE49-F238E27FC236}">
                <a16:creationId xmlns:a16="http://schemas.microsoft.com/office/drawing/2014/main" id="{FDC220CE-7906-0E0A-641D-F5D74852CA00}"/>
              </a:ext>
            </a:extLst>
          </p:cNvPr>
          <p:cNvSpPr txBox="1"/>
          <p:nvPr/>
        </p:nvSpPr>
        <p:spPr>
          <a:xfrm>
            <a:off x="266556" y="4206553"/>
            <a:ext cx="3673138" cy="374571"/>
          </a:xfrm>
          <a:prstGeom prst="roundRect">
            <a:avLst/>
          </a:prstGeom>
          <a:solidFill>
            <a:srgbClr val="FFB16A"/>
          </a:solidFill>
          <a:effectLst>
            <a:outerShdw blurRad="50800" dist="38100" dir="2700000" algn="tl" rotWithShape="0">
              <a:prstClr val="black">
                <a:alpha val="40000"/>
              </a:prstClr>
            </a:outerShdw>
          </a:effectLst>
        </p:spPr>
        <p:txBody>
          <a:bodyPr wrap="square">
            <a:spAutoFit/>
          </a:bodyPr>
          <a:lstStyle/>
          <a:p>
            <a:pPr algn="l" defTabSz="914413" rtl="0">
              <a:defRPr/>
            </a:pPr>
            <a:r>
              <a:rPr lang="en-GB" sz="1400" b="1">
                <a:solidFill>
                  <a:prstClr val="black"/>
                </a:solidFill>
                <a:latin typeface="GT Ultra Lloyds Regular"/>
                <a:ea typeface="+mn-ea"/>
                <a:cs typeface="+mn-cs"/>
              </a:rPr>
              <a:t>Preparing to Attend</a:t>
            </a:r>
          </a:p>
          <a:p>
            <a:pPr algn="l" defTabSz="914413" rtl="0">
              <a:defRPr/>
            </a:pPr>
            <a:endParaRPr lang="en-GB" sz="200" b="1">
              <a:solidFill>
                <a:prstClr val="black"/>
              </a:solidFill>
              <a:latin typeface="GT Ultra Lloyds Regular"/>
              <a:ea typeface="+mn-ea"/>
              <a:cs typeface="+mn-cs"/>
            </a:endParaRPr>
          </a:p>
        </p:txBody>
      </p:sp>
      <p:pic>
        <p:nvPicPr>
          <p:cNvPr id="12" name="Picture 11" descr="A green and white plant in a vase&#10;&#10;AI-generated content may be incorrect.">
            <a:extLst>
              <a:ext uri="{FF2B5EF4-FFF2-40B4-BE49-F238E27FC236}">
                <a16:creationId xmlns:a16="http://schemas.microsoft.com/office/drawing/2014/main" id="{575E7E88-DCED-E43E-D0F8-D1A2D1E014C4}"/>
              </a:ext>
            </a:extLst>
          </p:cNvPr>
          <p:cNvPicPr>
            <a:picLocks noChangeAspect="1"/>
          </p:cNvPicPr>
          <p:nvPr/>
        </p:nvPicPr>
        <p:blipFill>
          <a:blip r:embed="rId3"/>
          <a:stretch>
            <a:fillRect/>
          </a:stretch>
        </p:blipFill>
        <p:spPr>
          <a:xfrm>
            <a:off x="10590843" y="1676417"/>
            <a:ext cx="1424404" cy="1424404"/>
          </a:xfrm>
          <a:prstGeom prst="rect">
            <a:avLst/>
          </a:prstGeom>
          <a:effectLst>
            <a:outerShdw blurRad="50800" dist="38100" dir="2700000" algn="tl" rotWithShape="0">
              <a:prstClr val="black">
                <a:alpha val="40000"/>
              </a:prstClr>
            </a:outerShdw>
          </a:effectLst>
        </p:spPr>
      </p:pic>
      <p:pic>
        <p:nvPicPr>
          <p:cNvPr id="15" name="Picture 14" descr="A green book with headphones&#10;&#10;AI-generated content may be incorrect.">
            <a:extLst>
              <a:ext uri="{FF2B5EF4-FFF2-40B4-BE49-F238E27FC236}">
                <a16:creationId xmlns:a16="http://schemas.microsoft.com/office/drawing/2014/main" id="{C73A60ED-E00A-526A-21AA-62E8A302416C}"/>
              </a:ext>
            </a:extLst>
          </p:cNvPr>
          <p:cNvPicPr>
            <a:picLocks noChangeAspect="1"/>
          </p:cNvPicPr>
          <p:nvPr/>
        </p:nvPicPr>
        <p:blipFill>
          <a:blip r:embed="rId4"/>
          <a:stretch>
            <a:fillRect/>
          </a:stretch>
        </p:blipFill>
        <p:spPr>
          <a:xfrm>
            <a:off x="208885" y="4745254"/>
            <a:ext cx="1612972" cy="1612972"/>
          </a:xfrm>
          <a:prstGeom prst="rect">
            <a:avLst/>
          </a:prstGeom>
        </p:spPr>
      </p:pic>
      <p:pic>
        <p:nvPicPr>
          <p:cNvPr id="17" name="Picture 16" descr="A green compass and a credit card&#10;&#10;AI-generated content may be incorrect.">
            <a:extLst>
              <a:ext uri="{FF2B5EF4-FFF2-40B4-BE49-F238E27FC236}">
                <a16:creationId xmlns:a16="http://schemas.microsoft.com/office/drawing/2014/main" id="{00A5DA11-E155-54AD-E007-6449EA03E8CB}"/>
              </a:ext>
            </a:extLst>
          </p:cNvPr>
          <p:cNvPicPr>
            <a:picLocks noChangeAspect="1"/>
          </p:cNvPicPr>
          <p:nvPr/>
        </p:nvPicPr>
        <p:blipFill>
          <a:blip r:embed="rId5"/>
          <a:stretch>
            <a:fillRect/>
          </a:stretch>
        </p:blipFill>
        <p:spPr>
          <a:xfrm>
            <a:off x="4349926" y="1388916"/>
            <a:ext cx="1746075" cy="1746075"/>
          </a:xfrm>
          <a:prstGeom prst="rect">
            <a:avLst/>
          </a:prstGeom>
          <a:effectLst>
            <a:outerShdw blurRad="50800" dist="38100" dir="2700000" algn="tl" rotWithShape="0">
              <a:prstClr val="black">
                <a:alpha val="40000"/>
              </a:prstClr>
            </a:outerShdw>
          </a:effectLst>
        </p:spPr>
      </p:pic>
      <p:pic>
        <p:nvPicPr>
          <p:cNvPr id="23" name="Picture 22" descr="Green and white icons with people in the middle&#10;&#10;AI-generated content may be incorrect.">
            <a:extLst>
              <a:ext uri="{FF2B5EF4-FFF2-40B4-BE49-F238E27FC236}">
                <a16:creationId xmlns:a16="http://schemas.microsoft.com/office/drawing/2014/main" id="{BD7A7205-B1C7-3422-EE8A-513AD1C55455}"/>
              </a:ext>
            </a:extLst>
          </p:cNvPr>
          <p:cNvPicPr>
            <a:picLocks noChangeAspect="1"/>
          </p:cNvPicPr>
          <p:nvPr/>
        </p:nvPicPr>
        <p:blipFill>
          <a:blip r:embed="rId6"/>
          <a:stretch>
            <a:fillRect/>
          </a:stretch>
        </p:blipFill>
        <p:spPr>
          <a:xfrm>
            <a:off x="6763351" y="3991694"/>
            <a:ext cx="1127740" cy="1127740"/>
          </a:xfrm>
          <a:prstGeom prst="rect">
            <a:avLst/>
          </a:prstGeom>
          <a:effectLst>
            <a:outerShdw blurRad="50800" dist="38100" dir="2700000" algn="tl" rotWithShape="0">
              <a:prstClr val="black">
                <a:alpha val="40000"/>
              </a:prstClr>
            </a:outerShdw>
          </a:effectLst>
        </p:spPr>
      </p:pic>
      <p:sp>
        <p:nvSpPr>
          <p:cNvPr id="24" name="TextBox 23">
            <a:extLst>
              <a:ext uri="{FF2B5EF4-FFF2-40B4-BE49-F238E27FC236}">
                <a16:creationId xmlns:a16="http://schemas.microsoft.com/office/drawing/2014/main" id="{4C1725B9-16E4-0D41-138D-073FB231C185}"/>
              </a:ext>
            </a:extLst>
          </p:cNvPr>
          <p:cNvSpPr txBox="1"/>
          <p:nvPr/>
        </p:nvSpPr>
        <p:spPr>
          <a:xfrm>
            <a:off x="2035909" y="4685115"/>
            <a:ext cx="1745364" cy="851297"/>
          </a:xfrm>
          <a:prstGeom prst="roundRect">
            <a:avLst/>
          </a:prstGeom>
          <a:solidFill>
            <a:srgbClr val="DEE159"/>
          </a:solidFill>
          <a:ln>
            <a:noFill/>
          </a:ln>
          <a:effectLst>
            <a:outerShdw blurRad="50800" dist="38100" dir="2700000" algn="tl" rotWithShape="0">
              <a:prstClr val="black">
                <a:alpha val="40000"/>
              </a:prstClr>
            </a:outerShdw>
          </a:effectLst>
        </p:spPr>
        <p:txBody>
          <a:bodyPr wrap="square" lIns="43660" rIns="0">
            <a:spAutoFit/>
          </a:bodyPr>
          <a:lstStyle/>
          <a:p>
            <a:pPr algn="l" defTabSz="914413" rtl="0">
              <a:defRPr/>
            </a:pPr>
            <a:r>
              <a:rPr lang="en-GB" sz="1400" b="1">
                <a:solidFill>
                  <a:prstClr val="black"/>
                </a:solidFill>
                <a:latin typeface="GT Ultra Lloyds Regular"/>
                <a:ea typeface="+mn-ea"/>
                <a:cs typeface="+mn-cs"/>
              </a:rPr>
              <a:t>Things to Consider…</a:t>
            </a:r>
          </a:p>
          <a:p>
            <a:pPr algn="l" defTabSz="914413" rtl="0">
              <a:defRPr/>
            </a:pPr>
            <a:endParaRPr lang="en-GB" sz="1400" b="1">
              <a:solidFill>
                <a:prstClr val="black"/>
              </a:solidFill>
              <a:latin typeface="GT Ultra Lloyds Regular"/>
              <a:ea typeface="+mn-ea"/>
              <a:cs typeface="+mn-cs"/>
            </a:endParaRPr>
          </a:p>
          <a:p>
            <a:pPr algn="l" defTabSz="914413" rtl="0">
              <a:defRPr/>
            </a:pPr>
            <a:endParaRPr lang="en-GB" sz="200" b="1">
              <a:solidFill>
                <a:prstClr val="black"/>
              </a:solidFill>
              <a:latin typeface="GT Ultra Lloyds Regular"/>
              <a:ea typeface="+mn-ea"/>
              <a:cs typeface="+mn-cs"/>
            </a:endParaRPr>
          </a:p>
        </p:txBody>
      </p:sp>
      <p:sp>
        <p:nvSpPr>
          <p:cNvPr id="32" name="TextBox 31">
            <a:extLst>
              <a:ext uri="{FF2B5EF4-FFF2-40B4-BE49-F238E27FC236}">
                <a16:creationId xmlns:a16="http://schemas.microsoft.com/office/drawing/2014/main" id="{D10ECEEC-E3E9-8971-9543-34E2711A5D57}"/>
              </a:ext>
            </a:extLst>
          </p:cNvPr>
          <p:cNvSpPr txBox="1"/>
          <p:nvPr/>
        </p:nvSpPr>
        <p:spPr>
          <a:xfrm>
            <a:off x="10739130" y="3522235"/>
            <a:ext cx="1218704" cy="612934"/>
          </a:xfrm>
          <a:prstGeom prst="roundRect">
            <a:avLst/>
          </a:prstGeom>
          <a:solidFill>
            <a:srgbClr val="6CF479"/>
          </a:solidFill>
          <a:ln>
            <a:noFill/>
          </a:ln>
          <a:effectLst>
            <a:outerShdw blurRad="50800" dist="38100" dir="2700000" algn="tl" rotWithShape="0">
              <a:prstClr val="black">
                <a:alpha val="40000"/>
              </a:prstClr>
            </a:outerShdw>
          </a:effectLst>
        </p:spPr>
        <p:txBody>
          <a:bodyPr wrap="square" lIns="0" rIns="87321">
            <a:spAutoFit/>
          </a:bodyPr>
          <a:lstStyle/>
          <a:p>
            <a:pPr algn="r" defTabSz="914413" rtl="0">
              <a:defRPr/>
            </a:pPr>
            <a:r>
              <a:rPr lang="en-GB" sz="1400" b="1">
                <a:solidFill>
                  <a:prstClr val="black"/>
                </a:solidFill>
                <a:latin typeface="GT Ultra Lloyds Regular"/>
                <a:ea typeface="+mn-ea"/>
                <a:cs typeface="+mn-cs"/>
              </a:rPr>
              <a:t>Room Usage</a:t>
            </a:r>
          </a:p>
          <a:p>
            <a:pPr algn="l" defTabSz="914413" rtl="0">
              <a:defRPr/>
            </a:pPr>
            <a:endParaRPr lang="en-GB" sz="1400" b="1">
              <a:solidFill>
                <a:prstClr val="black"/>
              </a:solidFill>
              <a:latin typeface="GT Ultra Lloyds Regular"/>
              <a:ea typeface="+mn-ea"/>
              <a:cs typeface="+mn-cs"/>
            </a:endParaRPr>
          </a:p>
          <a:p>
            <a:pPr algn="l" defTabSz="914413" rtl="0">
              <a:defRPr/>
            </a:pPr>
            <a:endParaRPr lang="en-GB" sz="200" b="1">
              <a:solidFill>
                <a:prstClr val="black"/>
              </a:solidFill>
              <a:latin typeface="GT Ultra Lloyds Regular"/>
              <a:ea typeface="+mn-ea"/>
              <a:cs typeface="+mn-cs"/>
            </a:endParaRPr>
          </a:p>
        </p:txBody>
      </p:sp>
      <p:sp>
        <p:nvSpPr>
          <p:cNvPr id="18" name="object 7">
            <a:extLst>
              <a:ext uri="{FF2B5EF4-FFF2-40B4-BE49-F238E27FC236}">
                <a16:creationId xmlns:a16="http://schemas.microsoft.com/office/drawing/2014/main" id="{D027FEA7-B484-5959-34E1-8C5D40D92AE6}"/>
              </a:ext>
              <a:ext uri="{C183D7F6-B498-43B3-948B-1728B52AA6E4}">
                <adec:decorative xmlns:adec="http://schemas.microsoft.com/office/drawing/2017/decorative" val="0"/>
              </a:ext>
            </a:extLst>
          </p:cNvPr>
          <p:cNvSpPr/>
          <p:nvPr/>
        </p:nvSpPr>
        <p:spPr>
          <a:xfrm>
            <a:off x="8265116" y="3895907"/>
            <a:ext cx="3692717" cy="1266505"/>
          </a:xfrm>
          <a:prstGeom prst="roundRect">
            <a:avLst>
              <a:gd name="adj" fmla="val 5835"/>
            </a:avLst>
          </a:prstGeom>
          <a:solidFill>
            <a:srgbClr val="6CF479"/>
          </a:solidFill>
          <a:effectLst>
            <a:outerShdw blurRad="50800" dist="38100" dir="2700000" algn="tl" rotWithShape="0">
              <a:prstClr val="black">
                <a:alpha val="40000"/>
              </a:prstClr>
            </a:outerShdw>
          </a:effectLst>
        </p:spPr>
        <p:txBody>
          <a:bodyPr wrap="square" lIns="36000" tIns="36000" rIns="36000" bIns="89999" rtlCol="0" anchor="t"/>
          <a:lstStyle/>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It’s a quiet space for attendees to use and return to the event as soon as possible</a:t>
            </a:r>
          </a:p>
          <a:p>
            <a:pPr marL="285754" indent="-285754" algn="l" defTabSz="914413" rtl="0">
              <a:buFont typeface="Arial" panose="020B0604020202020204" pitchFamily="34" charset="0"/>
              <a:buChar char="•"/>
              <a:defRPr/>
            </a:pPr>
            <a:r>
              <a:rPr lang="en-GB" sz="1400" spc="-10">
                <a:solidFill>
                  <a:prstClr val="black"/>
                </a:solidFill>
                <a:latin typeface="GT Ultra Lloyds Regular"/>
                <a:ea typeface="+mn-ea"/>
              </a:rPr>
              <a:t>the chill room has a no calls rule</a:t>
            </a:r>
          </a:p>
          <a:p>
            <a:pPr marL="285754" indent="-285754" algn="l" defTabSz="914413" rtl="0">
              <a:buFont typeface="Arial" panose="020B0604020202020204" pitchFamily="34" charset="0"/>
              <a:buChar char="•"/>
              <a:defRPr/>
            </a:pPr>
            <a:endParaRPr lang="en-GB" sz="1400" spc="-10">
              <a:solidFill>
                <a:prstClr val="black"/>
              </a:solidFill>
              <a:latin typeface="GT Ultra Lloyds Regular"/>
              <a:ea typeface="+mn-ea"/>
            </a:endParaRPr>
          </a:p>
          <a:p>
            <a:pPr algn="l" defTabSz="914413" rtl="0">
              <a:spcAft>
                <a:spcPts val="600"/>
              </a:spcAft>
              <a:defRPr/>
            </a:pPr>
            <a:endParaRPr lang="en-GB" sz="1400" b="1" spc="-10">
              <a:solidFill>
                <a:prstClr val="black"/>
              </a:solidFill>
              <a:latin typeface="GT Ultra Lloyds Regular"/>
              <a:cs typeface="GT Ultra Median Lloyds Regular"/>
            </a:endParaRPr>
          </a:p>
          <a:p>
            <a:pPr algn="l" defTabSz="914413" rtl="0">
              <a:defRPr/>
            </a:pPr>
            <a:endParaRPr lang="en-GB" sz="1400" b="1" spc="-10">
              <a:solidFill>
                <a:prstClr val="black"/>
              </a:solidFill>
              <a:latin typeface="GT Ultra Lloyds Regular"/>
              <a:ea typeface="+mn-ea"/>
              <a:cs typeface="GT Ultra Median Lloyds Regular"/>
            </a:endParaRPr>
          </a:p>
        </p:txBody>
      </p:sp>
      <p:sp>
        <p:nvSpPr>
          <p:cNvPr id="7" name="object 7">
            <a:extLst>
              <a:ext uri="{FF2B5EF4-FFF2-40B4-BE49-F238E27FC236}">
                <a16:creationId xmlns:a16="http://schemas.microsoft.com/office/drawing/2014/main" id="{E618F2FF-F2E8-2846-FF57-E392F79D79E9}"/>
              </a:ext>
              <a:ext uri="{C183D7F6-B498-43B3-948B-1728B52AA6E4}">
                <adec:decorative xmlns:adec="http://schemas.microsoft.com/office/drawing/2017/decorative" val="0"/>
              </a:ext>
            </a:extLst>
          </p:cNvPr>
          <p:cNvSpPr/>
          <p:nvPr/>
        </p:nvSpPr>
        <p:spPr>
          <a:xfrm>
            <a:off x="2038369" y="5247527"/>
            <a:ext cx="9895082" cy="1470123"/>
          </a:xfrm>
          <a:prstGeom prst="roundRect">
            <a:avLst>
              <a:gd name="adj" fmla="val 5835"/>
            </a:avLst>
          </a:prstGeom>
          <a:solidFill>
            <a:srgbClr val="DEE159"/>
          </a:solidFill>
          <a:ln>
            <a:noFill/>
          </a:ln>
          <a:effectLst>
            <a:outerShdw blurRad="50800" dist="38100" dir="2700000" algn="tl" rotWithShape="0">
              <a:prstClr val="black">
                <a:alpha val="40000"/>
              </a:prstClr>
            </a:outerShdw>
          </a:effectLst>
        </p:spPr>
        <p:txBody>
          <a:bodyPr wrap="square" lIns="36000" tIns="0" rIns="36000" bIns="36000" rtlCol="0" anchor="ctr"/>
          <a:lstStyle/>
          <a:p>
            <a:pPr marL="173738" indent="-173738" algn="l" defTabSz="914413" rtl="0">
              <a:spcBef>
                <a:spcPts val="200"/>
              </a:spcBef>
              <a:buFont typeface="Arial" panose="020B0604020202020204" pitchFamily="34" charset="0"/>
              <a:buChar char="•"/>
            </a:pPr>
            <a:r>
              <a:rPr lang="en-GB" sz="1400" b="1">
                <a:solidFill>
                  <a:prstClr val="black"/>
                </a:solidFill>
                <a:latin typeface="GT Ultra Lloyds Regular" pitchFamily="50" charset="0"/>
              </a:rPr>
              <a:t>Make sure you have a conversation with your Line Manager around any adjustment needs or concerns you have  ahead of your Internship. If you’ve already shared that with us, we will have indicated to your Line Manager that you need to have this discussion so they’re ready to help </a:t>
            </a:r>
          </a:p>
          <a:p>
            <a:pPr marL="173738" indent="-173738" algn="l" defTabSz="914413" rtl="0">
              <a:spcBef>
                <a:spcPts val="200"/>
              </a:spcBef>
              <a:buFont typeface="Arial" panose="020B0604020202020204" pitchFamily="34" charset="0"/>
              <a:buChar char="•"/>
            </a:pPr>
            <a:r>
              <a:rPr lang="en-GB" sz="1400" b="1">
                <a:solidFill>
                  <a:prstClr val="black"/>
                </a:solidFill>
                <a:latin typeface="GT Ultra Lloyds Regular" pitchFamily="50" charset="0"/>
              </a:rPr>
              <a:t>The event is planned to be inclusive – it won’t be too loud but there will be lots of new people to meet and new things to experience. If you usually use noise cancelling headphones/loops, it’s a good idea to bring them on the day</a:t>
            </a:r>
          </a:p>
        </p:txBody>
      </p:sp>
    </p:spTree>
    <p:extLst>
      <p:ext uri="{BB962C8B-B14F-4D97-AF65-F5344CB8AC3E}">
        <p14:creationId xmlns:p14="http://schemas.microsoft.com/office/powerpoint/2010/main" val="402518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FD80-4A97-EEF8-4834-BB5428C83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D1919-76F9-983E-85A5-045BFA414199}"/>
              </a:ext>
            </a:extLst>
          </p:cNvPr>
          <p:cNvSpPr>
            <a:spLocks noGrp="1"/>
          </p:cNvSpPr>
          <p:nvPr>
            <p:ph type="title"/>
          </p:nvPr>
        </p:nvSpPr>
        <p:spPr>
          <a:xfrm>
            <a:off x="1572768" y="2589324"/>
            <a:ext cx="8997695" cy="2116836"/>
          </a:xfrm>
        </p:spPr>
        <p:txBody>
          <a:bodyPr vert="horz"/>
          <a:lstStyle/>
          <a:p>
            <a:r>
              <a:rPr lang="en-GB" sz="7200"/>
              <a:t>Work that hits like a Brick Lane bagel</a:t>
            </a:r>
          </a:p>
        </p:txBody>
      </p:sp>
      <p:sp>
        <p:nvSpPr>
          <p:cNvPr id="8" name="Slide Number Placeholder 7">
            <a:extLst>
              <a:ext uri="{FF2B5EF4-FFF2-40B4-BE49-F238E27FC236}">
                <a16:creationId xmlns:a16="http://schemas.microsoft.com/office/drawing/2014/main" id="{32FA1DE8-D5F6-E2DD-10ED-4191133A99F7}"/>
              </a:ext>
            </a:extLst>
          </p:cNvPr>
          <p:cNvSpPr>
            <a:spLocks noGrp="1"/>
          </p:cNvSpPr>
          <p:nvPr>
            <p:ph type="sldNum" sz="quarter" idx="11"/>
          </p:nvPr>
        </p:nvSpPr>
        <p:spPr>
          <a:xfrm>
            <a:off x="11481564" y="6552055"/>
            <a:ext cx="311973" cy="152470"/>
          </a:xfrm>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05BFB15-FC18-4DE5-A1D6-75E08CC6C47C}" type="slidenum">
              <a:rPr kumimoji="0" lang="en-GB" sz="800" b="0" i="0" u="none" strike="noStrike" kern="0" cap="none" spc="0" normalizeH="0" baseline="0" noProof="0" smtClean="0">
                <a:ln>
                  <a:noFill/>
                </a:ln>
                <a:solidFill>
                  <a:prstClr val="black"/>
                </a:solidFill>
                <a:effectLst/>
                <a:uLnTx/>
                <a:uFillTx/>
                <a:latin typeface="GT Ultra Lloyds Regular"/>
              </a:rPr>
              <a:pPr marL="0" marR="0" lvl="0" indent="0" algn="r" defTabSz="914400" eaLnBrk="1" fontAlgn="auto" latinLnBrk="0" hangingPunct="1">
                <a:lnSpc>
                  <a:spcPct val="100000"/>
                </a:lnSpc>
                <a:spcBef>
                  <a:spcPts val="0"/>
                </a:spcBef>
                <a:spcAft>
                  <a:spcPts val="0"/>
                </a:spcAft>
                <a:buClrTx/>
                <a:buSzTx/>
                <a:buFontTx/>
                <a:buNone/>
                <a:tabLst/>
                <a:defRPr/>
              </a:pPr>
              <a:t>9</a:t>
            </a:fld>
            <a:endParaRPr kumimoji="0" lang="en-GB" sz="800" b="0" i="0" u="none" strike="noStrike" kern="0" cap="none" spc="0" normalizeH="0" baseline="0" noProof="0">
              <a:ln>
                <a:noFill/>
              </a:ln>
              <a:solidFill>
                <a:prstClr val="black"/>
              </a:solidFill>
              <a:effectLst/>
              <a:uLnTx/>
              <a:uFillTx/>
              <a:latin typeface="GT Ultra Lloyds Regular"/>
            </a:endParaRPr>
          </a:p>
        </p:txBody>
      </p:sp>
    </p:spTree>
    <p:extLst>
      <p:ext uri="{BB962C8B-B14F-4D97-AF65-F5344CB8AC3E}">
        <p14:creationId xmlns:p14="http://schemas.microsoft.com/office/powerpoint/2010/main" val="2235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loyds - Core Template - Light">
  <a:themeElements>
    <a:clrScheme name="Custom 144">
      <a:dk1>
        <a:sysClr val="windowText" lastClr="000000"/>
      </a:dk1>
      <a:lt1>
        <a:sysClr val="window" lastClr="FFFFFF"/>
      </a:lt1>
      <a:dk2>
        <a:srgbClr val="323233"/>
      </a:dk2>
      <a:lt2>
        <a:srgbClr val="F1F1F1"/>
      </a:lt2>
      <a:accent1>
        <a:srgbClr val="00855D"/>
      </a:accent1>
      <a:accent2>
        <a:srgbClr val="6B41EA"/>
      </a:accent2>
      <a:accent3>
        <a:srgbClr val="F15037"/>
      </a:accent3>
      <a:accent4>
        <a:srgbClr val="1467B5"/>
      </a:accent4>
      <a:accent5>
        <a:srgbClr val="C435B8"/>
      </a:accent5>
      <a:accent6>
        <a:srgbClr val="024731"/>
      </a:accent6>
      <a:hlink>
        <a:srgbClr val="000000"/>
      </a:hlink>
      <a:folHlink>
        <a:srgbClr val="000000"/>
      </a:folHlink>
    </a:clrScheme>
    <a:fontScheme name="Custom 106">
      <a:majorFont>
        <a:latin typeface="GT Ultra Median Lloyds Black"/>
        <a:ea typeface=""/>
        <a:cs typeface=""/>
      </a:majorFont>
      <a:minorFont>
        <a:latin typeface="GT Ultra Lloyd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dirty="0">
            <a:latin typeface="+mn-lt"/>
          </a:defRPr>
        </a:defPPr>
      </a:lstStyle>
    </a:txDef>
  </a:objectDefaults>
  <a:extraClrSchemeLst/>
  <a:custClrLst>
    <a:custClr name="Autumn Orange">
      <a:srgbClr val="FFB16A"/>
    </a:custClr>
    <a:custClr name="Spring Yellow">
      <a:srgbClr val="DEE159"/>
    </a:custClr>
    <a:custClr name="Cloud Blue">
      <a:srgbClr val="A3BBCF"/>
    </a:custClr>
    <a:custClr name="Lavender">
      <a:srgbClr val="A19FFF"/>
    </a:custClr>
    <a:custClr name="Mist Blue">
      <a:srgbClr val="9DE7DE"/>
    </a:custClr>
    <a:custClr name="Meadow Pink">
      <a:srgbClr val="F5B2F2"/>
    </a:custClr>
    <a:custClr name="Grey">
      <a:srgbClr val="F1F1F1"/>
    </a:custClr>
    <a:custClr name="White">
      <a:srgbClr val="C9C9C9"/>
    </a:custClr>
    <a:custClr name="Charcoal">
      <a:srgbClr val="323233"/>
    </a:custClr>
    <a:custClr name="Black">
      <a:srgbClr val="000000"/>
    </a:custClr>
    <a:custClr name="Racing Green">
      <a:srgbClr val="024731"/>
    </a:custClr>
    <a:custClr name="Heritage Green">
      <a:srgbClr val="006A4D"/>
    </a:custClr>
    <a:custClr name="Everyday Green">
      <a:srgbClr val="11B67A"/>
    </a:custClr>
    <a:custClr name="Vibrant Green">
      <a:srgbClr val="6CF479"/>
    </a:custClr>
    <a:custClr name="Calm Green">
      <a:srgbClr val="C7FFC6"/>
    </a:custClr>
  </a:custClrLst>
  <a:extLst>
    <a:ext uri="{05A4C25C-085E-4340-85A3-A5531E510DB2}">
      <thm15:themeFamily xmlns:thm15="http://schemas.microsoft.com/office/thememl/2012/main" name="Lloyds Banking Group_PowerPoint Template_02.25.potx" id="{5CE8E567-DA94-4933-AC13-2F97C63D1996}" vid="{D7AF224F-11A8-4B4D-AA00-E249A552662F}"/>
    </a:ext>
  </a:extLst>
</a:theme>
</file>

<file path=ppt/theme/theme2.xml><?xml version="1.0" encoding="utf-8"?>
<a:theme xmlns:a="http://schemas.openxmlformats.org/drawingml/2006/main" name="1_Lloyds - Core Template - Light">
  <a:themeElements>
    <a:clrScheme name="Custom 144">
      <a:dk1>
        <a:sysClr val="windowText" lastClr="000000"/>
      </a:dk1>
      <a:lt1>
        <a:sysClr val="window" lastClr="FFFFFF"/>
      </a:lt1>
      <a:dk2>
        <a:srgbClr val="323233"/>
      </a:dk2>
      <a:lt2>
        <a:srgbClr val="F1F1F1"/>
      </a:lt2>
      <a:accent1>
        <a:srgbClr val="00855D"/>
      </a:accent1>
      <a:accent2>
        <a:srgbClr val="6B41EA"/>
      </a:accent2>
      <a:accent3>
        <a:srgbClr val="F15037"/>
      </a:accent3>
      <a:accent4>
        <a:srgbClr val="1467B5"/>
      </a:accent4>
      <a:accent5>
        <a:srgbClr val="C435B8"/>
      </a:accent5>
      <a:accent6>
        <a:srgbClr val="024731"/>
      </a:accent6>
      <a:hlink>
        <a:srgbClr val="000000"/>
      </a:hlink>
      <a:folHlink>
        <a:srgbClr val="000000"/>
      </a:folHlink>
    </a:clrScheme>
    <a:fontScheme name="Custom 106">
      <a:majorFont>
        <a:latin typeface="GT Ultra Median Lloyds Black"/>
        <a:ea typeface=""/>
        <a:cs typeface=""/>
      </a:majorFont>
      <a:minorFont>
        <a:latin typeface="GT Ultra Lloyd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dirty="0">
            <a:latin typeface="+mn-lt"/>
          </a:defRPr>
        </a:defPPr>
      </a:lstStyle>
    </a:txDef>
  </a:objectDefaults>
  <a:extraClrSchemeLst/>
  <a:custClrLst>
    <a:custClr name="Autumn Orange">
      <a:srgbClr val="FFB16A"/>
    </a:custClr>
    <a:custClr name="Spring Yellow">
      <a:srgbClr val="DEE159"/>
    </a:custClr>
    <a:custClr name="Cloud Blue">
      <a:srgbClr val="A3BBCF"/>
    </a:custClr>
    <a:custClr name="Lavender">
      <a:srgbClr val="A19FFF"/>
    </a:custClr>
    <a:custClr name="Mist Blue">
      <a:srgbClr val="9DE7DE"/>
    </a:custClr>
    <a:custClr name="Meadow Pink">
      <a:srgbClr val="F5B2F2"/>
    </a:custClr>
    <a:custClr name="Grey">
      <a:srgbClr val="F1F1F1"/>
    </a:custClr>
    <a:custClr name="White">
      <a:srgbClr val="C9C9C9"/>
    </a:custClr>
    <a:custClr name="Charcoal">
      <a:srgbClr val="323233"/>
    </a:custClr>
    <a:custClr name="Black">
      <a:srgbClr val="000000"/>
    </a:custClr>
    <a:custClr name="Racing Green">
      <a:srgbClr val="024731"/>
    </a:custClr>
    <a:custClr name="Heritage Green">
      <a:srgbClr val="006A4D"/>
    </a:custClr>
    <a:custClr name="Everyday Green">
      <a:srgbClr val="11B67A"/>
    </a:custClr>
    <a:custClr name="Vibrant Green">
      <a:srgbClr val="6CF479"/>
    </a:custClr>
    <a:custClr name="Calm Green">
      <a:srgbClr val="C7FFC6"/>
    </a:custClr>
  </a:custClrLst>
  <a:extLst>
    <a:ext uri="{05A4C25C-085E-4340-85A3-A5531E510DB2}">
      <thm15:themeFamily xmlns:thm15="http://schemas.microsoft.com/office/thememl/2012/main" name="Lloyds Banking Group_PowerPoint Template_02.25.potx" id="{5CE8E567-DA94-4933-AC13-2F97C63D1996}" vid="{D7AF224F-11A8-4B4D-AA00-E249A552662F}"/>
    </a:ext>
  </a:extLst>
</a:theme>
</file>

<file path=ppt/theme/theme3.xml><?xml version="1.0" encoding="utf-8"?>
<a:theme xmlns:a="http://schemas.openxmlformats.org/drawingml/2006/main" name="2_Lloyds - Core Template - Light">
  <a:themeElements>
    <a:clrScheme name="Custom 144">
      <a:dk1>
        <a:sysClr val="windowText" lastClr="000000"/>
      </a:dk1>
      <a:lt1>
        <a:sysClr val="window" lastClr="FFFFFF"/>
      </a:lt1>
      <a:dk2>
        <a:srgbClr val="323233"/>
      </a:dk2>
      <a:lt2>
        <a:srgbClr val="F1F1F1"/>
      </a:lt2>
      <a:accent1>
        <a:srgbClr val="00855D"/>
      </a:accent1>
      <a:accent2>
        <a:srgbClr val="6B41EA"/>
      </a:accent2>
      <a:accent3>
        <a:srgbClr val="F15037"/>
      </a:accent3>
      <a:accent4>
        <a:srgbClr val="1467B5"/>
      </a:accent4>
      <a:accent5>
        <a:srgbClr val="C435B8"/>
      </a:accent5>
      <a:accent6>
        <a:srgbClr val="024731"/>
      </a:accent6>
      <a:hlink>
        <a:srgbClr val="000000"/>
      </a:hlink>
      <a:folHlink>
        <a:srgbClr val="000000"/>
      </a:folHlink>
    </a:clrScheme>
    <a:fontScheme name="Custom 106">
      <a:majorFont>
        <a:latin typeface="GT Ultra Median Lloyds Black"/>
        <a:ea typeface=""/>
        <a:cs typeface=""/>
      </a:majorFont>
      <a:minorFont>
        <a:latin typeface="GT Ultra Lloyd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dirty="0">
            <a:latin typeface="+mn-lt"/>
          </a:defRPr>
        </a:defPPr>
      </a:lstStyle>
    </a:txDef>
  </a:objectDefaults>
  <a:extraClrSchemeLst/>
  <a:custClrLst>
    <a:custClr name="Autumn Orange">
      <a:srgbClr val="FFB16A"/>
    </a:custClr>
    <a:custClr name="Spring Yellow">
      <a:srgbClr val="DEE159"/>
    </a:custClr>
    <a:custClr name="Cloud Blue">
      <a:srgbClr val="A3BBCF"/>
    </a:custClr>
    <a:custClr name="Lavender">
      <a:srgbClr val="A19FFF"/>
    </a:custClr>
    <a:custClr name="Mist Blue">
      <a:srgbClr val="9DE7DE"/>
    </a:custClr>
    <a:custClr name="Meadow Pink">
      <a:srgbClr val="F5B2F2"/>
    </a:custClr>
    <a:custClr name="Grey">
      <a:srgbClr val="F1F1F1"/>
    </a:custClr>
    <a:custClr name="White">
      <a:srgbClr val="C9C9C9"/>
    </a:custClr>
    <a:custClr name="Charcoal">
      <a:srgbClr val="323233"/>
    </a:custClr>
    <a:custClr name="Black">
      <a:srgbClr val="000000"/>
    </a:custClr>
    <a:custClr name="Racing Green">
      <a:srgbClr val="024731"/>
    </a:custClr>
    <a:custClr name="Heritage Green">
      <a:srgbClr val="006A4D"/>
    </a:custClr>
    <a:custClr name="Everyday Green">
      <a:srgbClr val="11B67A"/>
    </a:custClr>
    <a:custClr name="Vibrant Green">
      <a:srgbClr val="6CF479"/>
    </a:custClr>
    <a:custClr name="Calm Green">
      <a:srgbClr val="C7FFC6"/>
    </a:custClr>
  </a:custClrLst>
  <a:extLst>
    <a:ext uri="{05A4C25C-085E-4340-85A3-A5531E510DB2}">
      <thm15:themeFamily xmlns:thm15="http://schemas.microsoft.com/office/thememl/2012/main" name="Lloyds Banking Group_PowerPoint Template_02.25.potx" id="{5CE8E567-DA94-4933-AC13-2F97C63D1996}" vid="{D7AF224F-11A8-4B4D-AA00-E249A55266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B704F9-52E3-4B8B-A3C4-A9EB57F7B990}">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E2593A18E69F4B89C389EB12311A13" ma:contentTypeVersion="21" ma:contentTypeDescription="Create a new document." ma:contentTypeScope="" ma:versionID="f602eb721c6e287d8469d0d1669d53c1">
  <xsd:schema xmlns:xsd="http://www.w3.org/2001/XMLSchema" xmlns:xs="http://www.w3.org/2001/XMLSchema" xmlns:p="http://schemas.microsoft.com/office/2006/metadata/properties" xmlns:ns1="http://schemas.microsoft.com/sharepoint/v3" xmlns:ns2="a2a0da36-a58d-4024-8963-e36d17632e38" xmlns:ns3="ccb04be3-0a65-47a0-afd4-14ba5c992938" targetNamespace="http://schemas.microsoft.com/office/2006/metadata/properties" ma:root="true" ma:fieldsID="3ba62a56280c01dc567b99a5cd6fba3e" ns1:_="" ns2:_="" ns3:_="">
    <xsd:import namespace="http://schemas.microsoft.com/sharepoint/v3"/>
    <xsd:import namespace="a2a0da36-a58d-4024-8963-e36d17632e38"/>
    <xsd:import namespace="ccb04be3-0a65-47a0-afd4-14ba5c99293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1:_ip_UnifiedCompliancePolicyProperties" minOccurs="0"/>
                <xsd:element ref="ns1:_ip_UnifiedCompliancePolicyUIAction"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a0da36-a58d-4024-8963-e36d17632e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Tags" ma:index="18" nillable="true" ma:displayName="Tags" ma:internalName="MediaServiceAutoTags"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ee4fd0a-b474-4a32-a144-dd33b078337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MediaServiceLocation" ma:index="2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cb04be3-0a65-47a0-afd4-14ba5c992938"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db3b7c3-2baa-43ee-805b-75f6f720747a}" ma:internalName="TaxCatchAll" ma:showField="CatchAllData" ma:web="ccb04be3-0a65-47a0-afd4-14ba5c99293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a0da36-a58d-4024-8963-e36d17632e38">
      <Terms xmlns="http://schemas.microsoft.com/office/infopath/2007/PartnerControls"/>
    </lcf76f155ced4ddcb4097134ff3c332f>
    <TaxCatchAll xmlns="ccb04be3-0a65-47a0-afd4-14ba5c992938" xsi:nil="true"/>
  </documentManagement>
</p:properties>
</file>

<file path=customXml/itemProps1.xml><?xml version="1.0" encoding="utf-8"?>
<ds:datastoreItem xmlns:ds="http://schemas.openxmlformats.org/officeDocument/2006/customXml" ds:itemID="{24FF0D20-B46B-45E8-BD42-6624C42315F9}">
  <ds:schemaRefs>
    <ds:schemaRef ds:uri="http://schemas.microsoft.com/sharepoint/v3/contenttype/forms"/>
  </ds:schemaRefs>
</ds:datastoreItem>
</file>

<file path=customXml/itemProps2.xml><?xml version="1.0" encoding="utf-8"?>
<ds:datastoreItem xmlns:ds="http://schemas.openxmlformats.org/officeDocument/2006/customXml" ds:itemID="{3BF41F52-6CAD-46A9-A435-3D4DC25B7D05}">
  <ds:schemaRefs>
    <ds:schemaRef ds:uri="a2a0da36-a58d-4024-8963-e36d17632e38"/>
    <ds:schemaRef ds:uri="ccb04be3-0a65-47a0-afd4-14ba5c99293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E0AA30C-B1FD-4D40-8BF7-4FB02BEA5299}">
  <ds:schemaRefs>
    <ds:schemaRef ds:uri="a2a0da36-a58d-4024-8963-e36d17632e38"/>
    <ds:schemaRef ds:uri="ccb04be3-0a65-47a0-afd4-14ba5c99293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bc792f8-6d75-423a-9981-629281829092}" enabled="1" method="Privileged" siteId="{3ded2960-214a-46ff-8cf4-611f125e2398}" removed="0"/>
</clbl:labelList>
</file>

<file path=docProps/app.xml><?xml version="1.0" encoding="utf-8"?>
<Properties xmlns="http://schemas.openxmlformats.org/officeDocument/2006/extended-properties" xmlns:vt="http://schemas.openxmlformats.org/officeDocument/2006/docPropsVTypes">
  <Template>Lloyds Banking Group_PowerPoint Template_02.25</Template>
  <TotalTime>0</TotalTime>
  <Application>Microsoft Office PowerPoint</Application>
  <PresentationFormat>Widescreen</PresentationFormat>
  <Slides>9</Slides>
  <Notes>6</Notes>
  <HiddenSlides>0</HiddenSlides>
  <ScaleCrop>false</ScaleCrop>
  <HeadingPairs>
    <vt:vector size="4" baseType="variant">
      <vt:variant>
        <vt:lpstr>Theme</vt:lpstr>
      </vt:variant>
      <vt:variant>
        <vt:i4>3</vt:i4>
      </vt:variant>
      <vt:variant>
        <vt:lpstr>Slide Titles</vt:lpstr>
      </vt:variant>
      <vt:variant>
        <vt:i4>9</vt:i4>
      </vt:variant>
    </vt:vector>
  </HeadingPairs>
  <TitlesOfParts>
    <vt:vector size="12" baseType="lpstr">
      <vt:lpstr>Lloyds - Core Template - Light</vt:lpstr>
      <vt:lpstr>1_Lloyds - Core Template - Light</vt:lpstr>
      <vt:lpstr>2_Lloyds - Core Template - Light</vt:lpstr>
      <vt:lpstr>PowerPoint Presentation</vt:lpstr>
      <vt:lpstr>What We’ll Cover in This Pack</vt:lpstr>
      <vt:lpstr>PowerPoint Presentation</vt:lpstr>
      <vt:lpstr>PowerPoint Presentation</vt:lpstr>
      <vt:lpstr>Session Information</vt:lpstr>
      <vt:lpstr>Who is the PDP For?</vt:lpstr>
      <vt:lpstr>Who is the PDP For?</vt:lpstr>
      <vt:lpstr>Inclusive Welcome Event</vt:lpstr>
      <vt:lpstr>Work that hits like a Brick Lane bagel</vt:lpstr>
    </vt:vector>
  </TitlesOfParts>
  <Manager>Yasmin.Nur@lloydsbanking.com</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Crossing The Border </dc:title>
  <dc:creator>Davies, Becky (CIO Enabling Services - Business Performance &amp; Engagement)</dc:creator>
  <cp:revision>2</cp:revision>
  <dcterms:created xsi:type="dcterms:W3CDTF">2025-02-20T07:05:57Z</dcterms:created>
  <dcterms:modified xsi:type="dcterms:W3CDTF">2026-08-03T10:49:28Z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2024-06-03T00:00:00Z</vt:filetime>
  </property>
  <property fmtid="{D5CDD505-2E9C-101B-9397-08002B2CF9AE}" pid="3" name="LastSaved">
    <vt:filetime>2024-06-05T00:00:00Z</vt:filetime>
  </property>
  <property fmtid="{D5CDD505-2E9C-101B-9397-08002B2CF9AE}" pid="4" name="Producer">
    <vt:lpwstr>macOS Version 13.3.1 (Build 22E261) Quartz PDFContext</vt:lpwstr>
  </property>
  <property fmtid="{D5CDD505-2E9C-101B-9397-08002B2CF9AE}" pid="5" name="ContentTypeId">
    <vt:lpwstr>0x010100BDE2593A18E69F4B89C389EB12311A13</vt:lpwstr>
  </property>
  <property fmtid="{D5CDD505-2E9C-101B-9397-08002B2CF9AE}" pid="6" name="MSIP_Label_ae4c760a-4ab9-40c1-8ee7-8becca5cfc1f_Enabled">
    <vt:lpwstr>true</vt:lpwstr>
  </property>
  <property fmtid="{D5CDD505-2E9C-101B-9397-08002B2CF9AE}" pid="7" name="MSIP_Label_ae4c760a-4ab9-40c1-8ee7-8becca5cfc1f_SetDate">
    <vt:lpwstr>2024-08-09T15:10:40Z</vt:lpwstr>
  </property>
  <property fmtid="{D5CDD505-2E9C-101B-9397-08002B2CF9AE}" pid="8" name="MSIP_Label_ae4c760a-4ab9-40c1-8ee7-8becca5cfc1f_Method">
    <vt:lpwstr>Standard</vt:lpwstr>
  </property>
  <property fmtid="{D5CDD505-2E9C-101B-9397-08002B2CF9AE}" pid="9" name="MSIP_Label_ae4c760a-4ab9-40c1-8ee7-8becca5cfc1f_Name">
    <vt:lpwstr>Label  Public</vt:lpwstr>
  </property>
  <property fmtid="{D5CDD505-2E9C-101B-9397-08002B2CF9AE}" pid="10" name="MSIP_Label_ae4c760a-4ab9-40c1-8ee7-8becca5cfc1f_SiteId">
    <vt:lpwstr>1347fd88-54d6-46ba-92ba-6e55953e746e</vt:lpwstr>
  </property>
  <property fmtid="{D5CDD505-2E9C-101B-9397-08002B2CF9AE}" pid="11" name="MSIP_Label_ae4c760a-4ab9-40c1-8ee7-8becca5cfc1f_ActionId">
    <vt:lpwstr>22f6fbbc-498f-42c7-99c1-20bd3eb22a6a</vt:lpwstr>
  </property>
  <property fmtid="{D5CDD505-2E9C-101B-9397-08002B2CF9AE}" pid="12" name="MSIP_Label_ae4c760a-4ab9-40c1-8ee7-8becca5cfc1f_ContentBits">
    <vt:lpwstr>0</vt:lpwstr>
  </property>
  <property fmtid="{D5CDD505-2E9C-101B-9397-08002B2CF9AE}" pid="13" name="MediaServiceImageTags">
    <vt:lpwstr/>
  </property>
</Properties>
</file>